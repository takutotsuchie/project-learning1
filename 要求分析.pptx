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37" r:id="rId3"/>
    <p:sldId id="289" r:id="rId4"/>
    <p:sldId id="290" r:id="rId5"/>
    <p:sldId id="291" r:id="rId6"/>
    <p:sldId id="288" r:id="rId7"/>
    <p:sldId id="339" r:id="rId8"/>
  </p:sldIdLst>
  <p:sldSz cx="9144000" cy="6858000" type="screen4x3"/>
  <p:notesSz cx="6742113" cy="98726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58"/>
  </p:normalViewPr>
  <p:slideViewPr>
    <p:cSldViewPr>
      <p:cViewPr varScale="1">
        <p:scale>
          <a:sx n="116" d="100"/>
          <a:sy n="116" d="100"/>
        </p:scale>
        <p:origin x="20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6EFA5D-D9B0-5334-6E10-EC41B88DA9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0A96FF-AE75-2676-4E2E-5E6FA4814A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9536B1-F4E1-F733-6FF2-DEB61D9EF2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22CE47-1B8A-9646-9E9F-C14C0E8CD63B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0773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87F326-C3CA-9A68-B6E2-011C18F48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E51E54-4CAC-15D4-E147-C5DC15F237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B1DCC3-4DFF-D7BF-0D33-7A380351E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CAF2CE-0D70-2E41-AED3-67466C590F31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9344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6C55B-5726-CF34-35A9-0143C627CC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707448-D776-F1F5-43BF-4662F151BF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639ECD-0A39-4AAB-7481-A00DE7C9F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674388-120E-FE4E-8393-AD5AD61B0A61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35439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37FF4-61E7-8BDB-7672-4C80E82D87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9B891-BD93-4691-D684-16D220B5D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0B7A4-929F-2DF2-A740-8F11E23DD8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DF5A3C-FE2D-094E-AD0C-87801402F059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6258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573A70-A4AA-1D1D-1CEB-23AA2558A5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67F0DE7-5BD1-0D9D-A567-D8EEC9BCA7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430FB1-76E7-D177-C760-FE6F03A088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E954BD-771B-D646-BBCA-DA31E35F70DA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2057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844DE1-22C2-5341-8D9E-DC6BAB29D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71432A7-D17D-CE88-7385-04C5B4202A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B1EB815-089E-C3FA-904E-F42FA2B49C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8241A6-DE9F-384B-91BE-197913A5F8D7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772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718968-9E61-C5E6-BC27-FB21352AE5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13CA42-A375-0236-846B-21D09DB89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83392B3-0817-1772-B58C-1AB6DD306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F8E84-91FB-304A-80A4-CDAEE855CE84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110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2D212-BE67-22C7-6A05-886C43491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16E17-9EDB-0A88-90EB-75773F415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27478-81F0-4230-5713-F6BE6E947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A9FEC7-E964-5649-9211-8C6ADC937869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9378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79BAD-1D93-49DE-9ED0-A5F6BA5656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6AFB9-5E45-E1BD-7103-1B1329D52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D41F54-F7D6-D402-166A-02B7C59B6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A2ED51-223E-9B42-BF92-62B8CB2CDD28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625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9488A6-1EB2-851A-86A7-28D74F5EF1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E774B3-99B4-87C4-62A6-8F2D599F23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25D28D-2A07-3C5F-1360-AFB4C9D540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0AF16-C920-2749-9732-E17A3DF990C9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594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C5829C-6193-DA48-6EE4-73A8AB0C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89EE2F-CA46-521E-C7DD-8E54ED14C6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56E663-3AA2-1D6F-990B-6316B6099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A241F0-8BDE-FE48-8C81-7FC683231A88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43250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ja-JP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180892-CE25-63D3-1494-DFCB6C49C5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A9FB4F-2522-8A3D-5C4E-A561228F5B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1F6378-24F0-0FCF-C0BC-1E916F190A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2B0439-C9F9-CA49-8F25-C65A2CFA40DE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1678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F03686-08BA-40CF-564B-7210419FA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507A4FA-C6C8-BD2D-3732-949A2906C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C42129-B44C-F06B-6428-908282861F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12BAEEC-93FE-64FD-23EE-FE602B747FC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7C39AC-9E1A-8CAF-96F2-A3C15B8A77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2D34AAFC-C0EE-5142-9623-1663E08B3DE7}" type="slidenum">
              <a:rPr lang="ja-JP" altLang="en-US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61">
            <a:extLst>
              <a:ext uri="{FF2B5EF4-FFF2-40B4-BE49-F238E27FC236}">
                <a16:creationId xmlns:a16="http://schemas.microsoft.com/office/drawing/2014/main" id="{19036B3E-1D8D-3D20-7991-760B5BDDC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1012825"/>
            <a:ext cx="2281238" cy="2632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 sz="2000"/>
          </a:p>
        </p:txBody>
      </p:sp>
      <p:sp>
        <p:nvSpPr>
          <p:cNvPr id="82947" name="Text Box 162">
            <a:extLst>
              <a:ext uri="{FF2B5EF4-FFF2-40B4-BE49-F238E27FC236}">
                <a16:creationId xmlns:a16="http://schemas.microsoft.com/office/drawing/2014/main" id="{E143CCEA-0D3F-2B4C-2045-8C4E8872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692150"/>
            <a:ext cx="1955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ja-JP" sz="1200"/>
              <a:t>○○○</a:t>
            </a:r>
            <a:r>
              <a:rPr lang="ja-JP" altLang="en-US" sz="1200"/>
              <a:t>プログラム</a:t>
            </a:r>
          </a:p>
        </p:txBody>
      </p:sp>
      <p:sp>
        <p:nvSpPr>
          <p:cNvPr id="82948" name="Oval 163">
            <a:extLst>
              <a:ext uri="{FF2B5EF4-FFF2-40B4-BE49-F238E27FC236}">
                <a16:creationId xmlns:a16="http://schemas.microsoft.com/office/drawing/2014/main" id="{964375CB-FF32-5450-F662-3DC213C08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538" y="2540000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grpSp>
        <p:nvGrpSpPr>
          <p:cNvPr id="82950" name="Group 166">
            <a:extLst>
              <a:ext uri="{FF2B5EF4-FFF2-40B4-BE49-F238E27FC236}">
                <a16:creationId xmlns:a16="http://schemas.microsoft.com/office/drawing/2014/main" id="{C1808480-4083-6197-4CF9-21A1F86AFDA8}"/>
              </a:ext>
            </a:extLst>
          </p:cNvPr>
          <p:cNvGrpSpPr>
            <a:grpSpLocks/>
          </p:cNvGrpSpPr>
          <p:nvPr/>
        </p:nvGrpSpPr>
        <p:grpSpPr bwMode="auto">
          <a:xfrm>
            <a:off x="1381125" y="1912938"/>
            <a:ext cx="652463" cy="1027112"/>
            <a:chOff x="476" y="255"/>
            <a:chExt cx="454" cy="726"/>
          </a:xfrm>
        </p:grpSpPr>
        <p:grpSp>
          <p:nvGrpSpPr>
            <p:cNvPr id="82951" name="Group 167">
              <a:extLst>
                <a:ext uri="{FF2B5EF4-FFF2-40B4-BE49-F238E27FC236}">
                  <a16:creationId xmlns:a16="http://schemas.microsoft.com/office/drawing/2014/main" id="{DAFB4DAE-D297-EC83-1BC9-AF2E83278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" y="346"/>
              <a:ext cx="317" cy="504"/>
              <a:chOff x="547" y="930"/>
              <a:chExt cx="317" cy="504"/>
            </a:xfrm>
          </p:grpSpPr>
          <p:sp>
            <p:nvSpPr>
              <p:cNvPr id="82952" name="Oval 168">
                <a:extLst>
                  <a:ext uri="{FF2B5EF4-FFF2-40B4-BE49-F238E27FC236}">
                    <a16:creationId xmlns:a16="http://schemas.microsoft.com/office/drawing/2014/main" id="{E4BB51A5-AAD9-6E36-4EDF-E47AF6A74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930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ja-JP" altLang="en-US" sz="2000"/>
              </a:p>
            </p:txBody>
          </p:sp>
          <p:sp>
            <p:nvSpPr>
              <p:cNvPr id="82953" name="Line 169">
                <a:extLst>
                  <a:ext uri="{FF2B5EF4-FFF2-40B4-BE49-F238E27FC236}">
                    <a16:creationId xmlns:a16="http://schemas.microsoft.com/office/drawing/2014/main" id="{C8BD2367-1791-DC84-9A53-4A6EFE40B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" y="116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54" name="Line 170">
                <a:extLst>
                  <a:ext uri="{FF2B5EF4-FFF2-40B4-BE49-F238E27FC236}">
                    <a16:creationId xmlns:a16="http://schemas.microsoft.com/office/drawing/2014/main" id="{4B9046A1-8D2A-C4D4-7E2B-5E9F899C4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1" y="1206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55" name="Line 171">
                <a:extLst>
                  <a:ext uri="{FF2B5EF4-FFF2-40B4-BE49-F238E27FC236}">
                    <a16:creationId xmlns:a16="http://schemas.microsoft.com/office/drawing/2014/main" id="{F5A3A030-0013-FDBD-FD65-72EF6236B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7" y="1293"/>
                <a:ext cx="13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56" name="Line 172">
                <a:extLst>
                  <a:ext uri="{FF2B5EF4-FFF2-40B4-BE49-F238E27FC236}">
                    <a16:creationId xmlns:a16="http://schemas.microsoft.com/office/drawing/2014/main" id="{157BEA11-2911-17AD-ADB9-0502637BC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703" y="1298"/>
                <a:ext cx="13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  <p:sp>
          <p:nvSpPr>
            <p:cNvPr id="82957" name="Oval 173">
              <a:extLst>
                <a:ext uri="{FF2B5EF4-FFF2-40B4-BE49-F238E27FC236}">
                  <a16:creationId xmlns:a16="http://schemas.microsoft.com/office/drawing/2014/main" id="{45B11AC6-A934-0CD7-6672-8C0DC76AA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55"/>
              <a:ext cx="454" cy="726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ja-JP" altLang="en-US" sz="2000"/>
            </a:p>
          </p:txBody>
        </p:sp>
      </p:grpSp>
      <p:sp>
        <p:nvSpPr>
          <p:cNvPr id="82958" name="Text Box 174">
            <a:extLst>
              <a:ext uri="{FF2B5EF4-FFF2-40B4-BE49-F238E27FC236}">
                <a16:creationId xmlns:a16="http://schemas.microsoft.com/office/drawing/2014/main" id="{414752F6-B954-CBDD-8F1F-ACA34EF43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217738"/>
            <a:ext cx="1243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ja-JP" sz="1200"/>
              <a:t>○○○</a:t>
            </a:r>
          </a:p>
        </p:txBody>
      </p:sp>
      <p:cxnSp>
        <p:nvCxnSpPr>
          <p:cNvPr id="82959" name="AutoShape 176">
            <a:extLst>
              <a:ext uri="{FF2B5EF4-FFF2-40B4-BE49-F238E27FC236}">
                <a16:creationId xmlns:a16="http://schemas.microsoft.com/office/drawing/2014/main" id="{E0801D2D-3C94-A27B-EDDD-8648555278D6}"/>
              </a:ext>
            </a:extLst>
          </p:cNvPr>
          <p:cNvCxnSpPr>
            <a:cxnSpLocks noChangeShapeType="1"/>
            <a:stCxn id="82957" idx="6"/>
            <a:endCxn id="82948" idx="2"/>
          </p:cNvCxnSpPr>
          <p:nvPr/>
        </p:nvCxnSpPr>
        <p:spPr bwMode="auto">
          <a:xfrm>
            <a:off x="2033588" y="2427288"/>
            <a:ext cx="1631950" cy="369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2960" name="Group 178">
            <a:extLst>
              <a:ext uri="{FF2B5EF4-FFF2-40B4-BE49-F238E27FC236}">
                <a16:creationId xmlns:a16="http://schemas.microsoft.com/office/drawing/2014/main" id="{298C9B6F-F29D-C8AA-9748-6883FE24D5A2}"/>
              </a:ext>
            </a:extLst>
          </p:cNvPr>
          <p:cNvGrpSpPr>
            <a:grpSpLocks/>
          </p:cNvGrpSpPr>
          <p:nvPr/>
        </p:nvGrpSpPr>
        <p:grpSpPr bwMode="auto">
          <a:xfrm>
            <a:off x="6561138" y="1912938"/>
            <a:ext cx="650875" cy="1027112"/>
            <a:chOff x="476" y="255"/>
            <a:chExt cx="454" cy="726"/>
          </a:xfrm>
        </p:grpSpPr>
        <p:grpSp>
          <p:nvGrpSpPr>
            <p:cNvPr id="82961" name="Group 179">
              <a:extLst>
                <a:ext uri="{FF2B5EF4-FFF2-40B4-BE49-F238E27FC236}">
                  <a16:creationId xmlns:a16="http://schemas.microsoft.com/office/drawing/2014/main" id="{1EFDA56D-DAAA-F70E-81FE-88F72A522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" y="346"/>
              <a:ext cx="317" cy="504"/>
              <a:chOff x="547" y="930"/>
              <a:chExt cx="317" cy="504"/>
            </a:xfrm>
          </p:grpSpPr>
          <p:sp>
            <p:nvSpPr>
              <p:cNvPr id="82962" name="Oval 180">
                <a:extLst>
                  <a:ext uri="{FF2B5EF4-FFF2-40B4-BE49-F238E27FC236}">
                    <a16:creationId xmlns:a16="http://schemas.microsoft.com/office/drawing/2014/main" id="{F5173620-BDC9-A880-D789-408423D27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930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ja-JP" altLang="en-US" sz="2000"/>
              </a:p>
            </p:txBody>
          </p:sp>
          <p:sp>
            <p:nvSpPr>
              <p:cNvPr id="82963" name="Line 181">
                <a:extLst>
                  <a:ext uri="{FF2B5EF4-FFF2-40B4-BE49-F238E27FC236}">
                    <a16:creationId xmlns:a16="http://schemas.microsoft.com/office/drawing/2014/main" id="{D63BF645-8929-EE70-4AAE-2CC227A53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" y="116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64" name="Line 182">
                <a:extLst>
                  <a:ext uri="{FF2B5EF4-FFF2-40B4-BE49-F238E27FC236}">
                    <a16:creationId xmlns:a16="http://schemas.microsoft.com/office/drawing/2014/main" id="{1239139F-85AA-4F21-B7EF-6BECDD32A1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1" y="1206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65" name="Line 183">
                <a:extLst>
                  <a:ext uri="{FF2B5EF4-FFF2-40B4-BE49-F238E27FC236}">
                    <a16:creationId xmlns:a16="http://schemas.microsoft.com/office/drawing/2014/main" id="{7D71F803-8608-3938-8756-49A4B2D60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7" y="1293"/>
                <a:ext cx="13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966" name="Line 184">
                <a:extLst>
                  <a:ext uri="{FF2B5EF4-FFF2-40B4-BE49-F238E27FC236}">
                    <a16:creationId xmlns:a16="http://schemas.microsoft.com/office/drawing/2014/main" id="{A825BA0A-8C1C-EA61-5537-C683B57C5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703" y="1298"/>
                <a:ext cx="13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  <p:sp>
          <p:nvSpPr>
            <p:cNvPr id="82967" name="Oval 185">
              <a:extLst>
                <a:ext uri="{FF2B5EF4-FFF2-40B4-BE49-F238E27FC236}">
                  <a16:creationId xmlns:a16="http://schemas.microsoft.com/office/drawing/2014/main" id="{0899808D-AA55-A2B3-2082-DA4378BAC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55"/>
              <a:ext cx="454" cy="726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ja-JP" altLang="en-US" sz="2000"/>
            </a:p>
          </p:txBody>
        </p:sp>
      </p:grpSp>
      <p:sp>
        <p:nvSpPr>
          <p:cNvPr id="82968" name="Text Box 186">
            <a:extLst>
              <a:ext uri="{FF2B5EF4-FFF2-40B4-BE49-F238E27FC236}">
                <a16:creationId xmlns:a16="http://schemas.microsoft.com/office/drawing/2014/main" id="{684E3FBF-5AFD-1535-A4EC-61716D79C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0" y="2281238"/>
            <a:ext cx="11795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ja-JP" sz="1200"/>
              <a:t>○○○</a:t>
            </a:r>
          </a:p>
        </p:txBody>
      </p:sp>
      <p:cxnSp>
        <p:nvCxnSpPr>
          <p:cNvPr id="82969" name="AutoShape 187">
            <a:extLst>
              <a:ext uri="{FF2B5EF4-FFF2-40B4-BE49-F238E27FC236}">
                <a16:creationId xmlns:a16="http://schemas.microsoft.com/office/drawing/2014/main" id="{9A4346B6-0242-8C18-5C98-8701692DBE0B}"/>
              </a:ext>
            </a:extLst>
          </p:cNvPr>
          <p:cNvCxnSpPr>
            <a:cxnSpLocks noChangeShapeType="1"/>
            <a:stCxn id="82948" idx="6"/>
            <a:endCxn id="82967" idx="2"/>
          </p:cNvCxnSpPr>
          <p:nvPr/>
        </p:nvCxnSpPr>
        <p:spPr bwMode="auto">
          <a:xfrm flipV="1">
            <a:off x="5141913" y="2427288"/>
            <a:ext cx="1419225" cy="369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70" name="Text Box 193">
            <a:extLst>
              <a:ext uri="{FF2B5EF4-FFF2-40B4-BE49-F238E27FC236}">
                <a16:creationId xmlns:a16="http://schemas.microsoft.com/office/drawing/2014/main" id="{8C92C4F7-B099-3539-04AB-54C233FCD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525" y="2203450"/>
            <a:ext cx="720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○○○○</a:t>
            </a:r>
          </a:p>
        </p:txBody>
      </p:sp>
      <p:sp>
        <p:nvSpPr>
          <p:cNvPr id="82986" name="Text Box 42">
            <a:extLst>
              <a:ext uri="{FF2B5EF4-FFF2-40B4-BE49-F238E27FC236}">
                <a16:creationId xmlns:a16="http://schemas.microsoft.com/office/drawing/2014/main" id="{F09B11B8-23EB-CFD1-BBB9-00AC651DA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2075"/>
            <a:ext cx="842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ja-JP" altLang="en-US"/>
              <a:t>ユースケース図テンプレート</a:t>
            </a:r>
            <a:endParaRPr lang="en-US" altLang="ja-JP"/>
          </a:p>
        </p:txBody>
      </p:sp>
      <p:sp>
        <p:nvSpPr>
          <p:cNvPr id="82987" name="Oval 163">
            <a:extLst>
              <a:ext uri="{FF2B5EF4-FFF2-40B4-BE49-F238E27FC236}">
                <a16:creationId xmlns:a16="http://schemas.microsoft.com/office/drawing/2014/main" id="{F01D14A1-C635-0625-1127-D34CEC134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475" y="1700213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cxnSp>
        <p:nvCxnSpPr>
          <p:cNvPr id="82988" name="AutoShape 44">
            <a:extLst>
              <a:ext uri="{FF2B5EF4-FFF2-40B4-BE49-F238E27FC236}">
                <a16:creationId xmlns:a16="http://schemas.microsoft.com/office/drawing/2014/main" id="{2C63B960-489C-CEB1-9718-A5F495BFE8D8}"/>
              </a:ext>
            </a:extLst>
          </p:cNvPr>
          <p:cNvCxnSpPr>
            <a:cxnSpLocks noChangeShapeType="1"/>
            <a:stCxn id="82987" idx="6"/>
            <a:endCxn id="82967" idx="2"/>
          </p:cNvCxnSpPr>
          <p:nvPr/>
        </p:nvCxnSpPr>
        <p:spPr bwMode="auto">
          <a:xfrm>
            <a:off x="5149850" y="1957388"/>
            <a:ext cx="1411288" cy="469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989" name="Text Box 193">
            <a:extLst>
              <a:ext uri="{FF2B5EF4-FFF2-40B4-BE49-F238E27FC236}">
                <a16:creationId xmlns:a16="http://schemas.microsoft.com/office/drawing/2014/main" id="{1A44EE04-DD40-A7E3-5776-7EAA78F19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7538"/>
            <a:ext cx="720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○○○○</a:t>
            </a:r>
          </a:p>
        </p:txBody>
      </p:sp>
      <p:sp>
        <p:nvSpPr>
          <p:cNvPr id="82990" name="Text Box 193">
            <a:extLst>
              <a:ext uri="{FF2B5EF4-FFF2-40B4-BE49-F238E27FC236}">
                <a16:creationId xmlns:a16="http://schemas.microsoft.com/office/drawing/2014/main" id="{FA155B72-7516-F60E-993C-BF7007465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650" y="2679700"/>
            <a:ext cx="720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○○○○</a:t>
            </a:r>
          </a:p>
        </p:txBody>
      </p:sp>
      <p:sp>
        <p:nvSpPr>
          <p:cNvPr id="82991" name="Text Box 38">
            <a:extLst>
              <a:ext uri="{FF2B5EF4-FFF2-40B4-BE49-F238E27FC236}">
                <a16:creationId xmlns:a16="http://schemas.microsoft.com/office/drawing/2014/main" id="{C00C1735-EEBA-0F13-50EA-34C0B77FC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225" y="4987925"/>
            <a:ext cx="1120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200"/>
              <a:t>&lt;&lt;extend&gt;&gt;</a:t>
            </a:r>
          </a:p>
        </p:txBody>
      </p:sp>
      <p:sp>
        <p:nvSpPr>
          <p:cNvPr id="82992" name="Oval 163">
            <a:extLst>
              <a:ext uri="{FF2B5EF4-FFF2-40B4-BE49-F238E27FC236}">
                <a16:creationId xmlns:a16="http://schemas.microsoft.com/office/drawing/2014/main" id="{4E18E6D0-B6F6-2709-CB25-61D2959DD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113" y="4351338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sp>
        <p:nvSpPr>
          <p:cNvPr id="82993" name="Oval 163">
            <a:extLst>
              <a:ext uri="{FF2B5EF4-FFF2-40B4-BE49-F238E27FC236}">
                <a16:creationId xmlns:a16="http://schemas.microsoft.com/office/drawing/2014/main" id="{40BE08B0-D115-9509-B51C-35D16BDA9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492750"/>
            <a:ext cx="1008062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sp>
        <p:nvSpPr>
          <p:cNvPr id="82994" name="Oval 163">
            <a:extLst>
              <a:ext uri="{FF2B5EF4-FFF2-40B4-BE49-F238E27FC236}">
                <a16:creationId xmlns:a16="http://schemas.microsoft.com/office/drawing/2014/main" id="{3777B712-BBEF-F2C1-C093-05F5BA34D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5492750"/>
            <a:ext cx="1081087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grpSp>
        <p:nvGrpSpPr>
          <p:cNvPr id="82995" name="Group 51">
            <a:extLst>
              <a:ext uri="{FF2B5EF4-FFF2-40B4-BE49-F238E27FC236}">
                <a16:creationId xmlns:a16="http://schemas.microsoft.com/office/drawing/2014/main" id="{9A3D7612-88AC-F7A3-F0BA-EFA06E302976}"/>
              </a:ext>
            </a:extLst>
          </p:cNvPr>
          <p:cNvGrpSpPr>
            <a:grpSpLocks/>
          </p:cNvGrpSpPr>
          <p:nvPr/>
        </p:nvGrpSpPr>
        <p:grpSpPr bwMode="auto">
          <a:xfrm>
            <a:off x="1227138" y="4783138"/>
            <a:ext cx="217487" cy="719137"/>
            <a:chOff x="839" y="1169"/>
            <a:chExt cx="137" cy="453"/>
          </a:xfrm>
        </p:grpSpPr>
        <p:sp>
          <p:nvSpPr>
            <p:cNvPr id="82996" name="AutoShape 52">
              <a:extLst>
                <a:ext uri="{FF2B5EF4-FFF2-40B4-BE49-F238E27FC236}">
                  <a16:creationId xmlns:a16="http://schemas.microsoft.com/office/drawing/2014/main" id="{D925297E-306E-19C3-DE80-DC91B8DD4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169"/>
              <a:ext cx="137" cy="13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82997" name="Line 53">
              <a:extLst>
                <a:ext uri="{FF2B5EF4-FFF2-40B4-BE49-F238E27FC236}">
                  <a16:creationId xmlns:a16="http://schemas.microsoft.com/office/drawing/2014/main" id="{DBF1A88C-F6EC-36BC-1667-C383EE814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1305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2998" name="Group 54">
            <a:extLst>
              <a:ext uri="{FF2B5EF4-FFF2-40B4-BE49-F238E27FC236}">
                <a16:creationId xmlns:a16="http://schemas.microsoft.com/office/drawing/2014/main" id="{639E7FFB-CB8E-19B1-1CBE-2CE37C55790D}"/>
              </a:ext>
            </a:extLst>
          </p:cNvPr>
          <p:cNvGrpSpPr>
            <a:grpSpLocks/>
          </p:cNvGrpSpPr>
          <p:nvPr/>
        </p:nvGrpSpPr>
        <p:grpSpPr bwMode="auto">
          <a:xfrm>
            <a:off x="2279650" y="4783138"/>
            <a:ext cx="217488" cy="720725"/>
            <a:chOff x="1502" y="1169"/>
            <a:chExt cx="137" cy="454"/>
          </a:xfrm>
        </p:grpSpPr>
        <p:sp>
          <p:nvSpPr>
            <p:cNvPr id="82999" name="AutoShape 55">
              <a:extLst>
                <a:ext uri="{FF2B5EF4-FFF2-40B4-BE49-F238E27FC236}">
                  <a16:creationId xmlns:a16="http://schemas.microsoft.com/office/drawing/2014/main" id="{C68291F9-BE18-A959-E7E4-ADBE7EA70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169"/>
              <a:ext cx="137" cy="13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83000" name="Line 56">
              <a:extLst>
                <a:ext uri="{FF2B5EF4-FFF2-40B4-BE49-F238E27FC236}">
                  <a16:creationId xmlns:a16="http://schemas.microsoft.com/office/drawing/2014/main" id="{2CF25711-C63C-FFB3-211B-D8731815C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9" y="1306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83001" name="Text Box 57">
            <a:extLst>
              <a:ext uri="{FF2B5EF4-FFF2-40B4-BE49-F238E27FC236}">
                <a16:creationId xmlns:a16="http://schemas.microsoft.com/office/drawing/2014/main" id="{EECBD54A-A9CB-2D92-5233-47D1CF91B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5995988"/>
            <a:ext cx="1223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/>
              <a:t>汎化</a:t>
            </a:r>
          </a:p>
        </p:txBody>
      </p:sp>
      <p:sp>
        <p:nvSpPr>
          <p:cNvPr id="83002" name="Oval 163">
            <a:extLst>
              <a:ext uri="{FF2B5EF4-FFF2-40B4-BE49-F238E27FC236}">
                <a16:creationId xmlns:a16="http://schemas.microsoft.com/office/drawing/2014/main" id="{C260C079-86E8-4F9B-103D-1177846F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4340225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sp>
        <p:nvSpPr>
          <p:cNvPr id="83003" name="Oval 163">
            <a:extLst>
              <a:ext uri="{FF2B5EF4-FFF2-40B4-BE49-F238E27FC236}">
                <a16:creationId xmlns:a16="http://schemas.microsoft.com/office/drawing/2014/main" id="{3AD59074-1E6F-F492-A06B-13F0BA368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5410200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cxnSp>
        <p:nvCxnSpPr>
          <p:cNvPr id="83004" name="AutoShape 60">
            <a:extLst>
              <a:ext uri="{FF2B5EF4-FFF2-40B4-BE49-F238E27FC236}">
                <a16:creationId xmlns:a16="http://schemas.microsoft.com/office/drawing/2014/main" id="{C74F3ACF-B048-9979-2B7E-20DEE17597F3}"/>
              </a:ext>
            </a:extLst>
          </p:cNvPr>
          <p:cNvCxnSpPr>
            <a:cxnSpLocks noChangeShapeType="1"/>
            <a:stCxn id="83003" idx="0"/>
            <a:endCxn id="83002" idx="4"/>
          </p:cNvCxnSpPr>
          <p:nvPr/>
        </p:nvCxnSpPr>
        <p:spPr bwMode="auto">
          <a:xfrm flipH="1" flipV="1">
            <a:off x="4449763" y="4854575"/>
            <a:ext cx="3175" cy="555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005" name="Text Box 61">
            <a:extLst>
              <a:ext uri="{FF2B5EF4-FFF2-40B4-BE49-F238E27FC236}">
                <a16:creationId xmlns:a16="http://schemas.microsoft.com/office/drawing/2014/main" id="{119D5CD2-D582-4EDA-48C2-B9248DF91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5995988"/>
            <a:ext cx="1223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/>
              <a:t>拡張</a:t>
            </a:r>
          </a:p>
        </p:txBody>
      </p:sp>
      <p:sp>
        <p:nvSpPr>
          <p:cNvPr id="83006" name="Text Box 38">
            <a:extLst>
              <a:ext uri="{FF2B5EF4-FFF2-40B4-BE49-F238E27FC236}">
                <a16:creationId xmlns:a16="http://schemas.microsoft.com/office/drawing/2014/main" id="{EDC5AB8D-AC32-DB8E-E483-6EF3765AF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900" y="4987925"/>
            <a:ext cx="1120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200"/>
              <a:t>&lt;&lt;include&gt;&gt;</a:t>
            </a:r>
          </a:p>
        </p:txBody>
      </p:sp>
      <p:sp>
        <p:nvSpPr>
          <p:cNvPr id="83007" name="Oval 163">
            <a:extLst>
              <a:ext uri="{FF2B5EF4-FFF2-40B4-BE49-F238E27FC236}">
                <a16:creationId xmlns:a16="http://schemas.microsoft.com/office/drawing/2014/main" id="{EE4000DD-D210-66E7-B0CB-0D0019BD1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340225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sp>
        <p:nvSpPr>
          <p:cNvPr id="83008" name="Oval 163">
            <a:extLst>
              <a:ext uri="{FF2B5EF4-FFF2-40B4-BE49-F238E27FC236}">
                <a16:creationId xmlns:a16="http://schemas.microsoft.com/office/drawing/2014/main" id="{857D92F6-D389-938D-080A-FD086C885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5410200"/>
            <a:ext cx="1476375" cy="514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ja-JP" altLang="en-US" sz="1000"/>
          </a:p>
        </p:txBody>
      </p:sp>
      <p:cxnSp>
        <p:nvCxnSpPr>
          <p:cNvPr id="83009" name="AutoShape 65">
            <a:extLst>
              <a:ext uri="{FF2B5EF4-FFF2-40B4-BE49-F238E27FC236}">
                <a16:creationId xmlns:a16="http://schemas.microsoft.com/office/drawing/2014/main" id="{059C1BFB-907A-938F-F32F-01E3D9DBB383}"/>
              </a:ext>
            </a:extLst>
          </p:cNvPr>
          <p:cNvCxnSpPr>
            <a:cxnSpLocks noChangeShapeType="1"/>
            <a:stCxn id="83008" idx="0"/>
            <a:endCxn id="83007" idx="4"/>
          </p:cNvCxnSpPr>
          <p:nvPr/>
        </p:nvCxnSpPr>
        <p:spPr bwMode="auto">
          <a:xfrm flipH="1" flipV="1">
            <a:off x="6929438" y="4854575"/>
            <a:ext cx="3175" cy="555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010" name="Text Box 66">
            <a:extLst>
              <a:ext uri="{FF2B5EF4-FFF2-40B4-BE49-F238E27FC236}">
                <a16:creationId xmlns:a16="http://schemas.microsoft.com/office/drawing/2014/main" id="{4A7A2572-B1C1-ECB6-63E4-271346E4E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3" y="5995988"/>
            <a:ext cx="1223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/>
              <a:t>包含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47" name="Group 31">
            <a:extLst>
              <a:ext uri="{FF2B5EF4-FFF2-40B4-BE49-F238E27FC236}">
                <a16:creationId xmlns:a16="http://schemas.microsoft.com/office/drawing/2014/main" id="{C30E5AA9-EC9E-0C95-1648-4441E4227D7E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1316038"/>
          <a:ext cx="7632700" cy="2816543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4266757029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1052023397"/>
                    </a:ext>
                  </a:extLst>
                </a:gridCol>
              </a:tblGrid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ユースケース名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85600"/>
                  </a:ext>
                </a:extLst>
              </a:tr>
              <a:tr h="165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構成要素名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826696"/>
                  </a:ext>
                </a:extLst>
              </a:tr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関連ユースケース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070913"/>
                  </a:ext>
                </a:extLst>
              </a:tr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アクター名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説明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22232"/>
                  </a:ext>
                </a:extLst>
              </a:tr>
              <a:tr h="165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78963"/>
                  </a:ext>
                </a:extLst>
              </a:tr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602938"/>
                  </a:ext>
                </a:extLst>
              </a:tr>
              <a:tr h="1651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シナリオ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20255"/>
                  </a:ext>
                </a:extLst>
              </a:tr>
              <a:tr h="1109663">
                <a:tc gridSpan="2">
                  <a:txBody>
                    <a:bodyPr/>
                    <a:lstStyle>
                      <a:lvl1pPr marL="533400" indent="-5334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686959"/>
                  </a:ext>
                </a:extLst>
              </a:tr>
            </a:tbl>
          </a:graphicData>
        </a:graphic>
      </p:graphicFrame>
      <p:sp>
        <p:nvSpPr>
          <p:cNvPr id="86045" name="Rectangle 26">
            <a:extLst>
              <a:ext uri="{FF2B5EF4-FFF2-40B4-BE49-F238E27FC236}">
                <a16:creationId xmlns:a16="http://schemas.microsoft.com/office/drawing/2014/main" id="{033AED1D-D0B1-8F17-E2AD-824882689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9238"/>
            <a:ext cx="777240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ja-JP" altLang="en-US" sz="2800">
                <a:solidFill>
                  <a:schemeClr val="tx2"/>
                </a:solidFill>
              </a:rPr>
              <a:t>ユースケースシナリオ　テンプレート</a:t>
            </a:r>
            <a:endParaRPr lang="en-US" altLang="ja-JP" sz="2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D828CEDE-9E1F-33DB-B058-D69538622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49238"/>
            <a:ext cx="9144000" cy="371475"/>
          </a:xfrm>
        </p:spPr>
        <p:txBody>
          <a:bodyPr/>
          <a:lstStyle/>
          <a:p>
            <a:r>
              <a:rPr lang="ja-JP" altLang="en-US" sz="2000"/>
              <a:t>アクティビティ図　テンプレート</a:t>
            </a:r>
            <a:endParaRPr lang="en-US" altLang="ja-JP" sz="2000"/>
          </a:p>
        </p:txBody>
      </p:sp>
      <p:graphicFrame>
        <p:nvGraphicFramePr>
          <p:cNvPr id="11362" name="Group 98">
            <a:extLst>
              <a:ext uri="{FF2B5EF4-FFF2-40B4-BE49-F238E27FC236}">
                <a16:creationId xmlns:a16="http://schemas.microsoft.com/office/drawing/2014/main" id="{43838098-A45E-2DBD-D768-F830BF4D4D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8663" y="836613"/>
          <a:ext cx="7772400" cy="249967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82069888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9003087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20270615"/>
                    </a:ext>
                  </a:extLst>
                </a:gridCol>
              </a:tblGrid>
              <a:tr h="120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03094"/>
                  </a:ext>
                </a:extLst>
              </a:tr>
              <a:tr h="2255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278503"/>
                  </a:ext>
                </a:extLst>
              </a:tr>
            </a:tbl>
          </a:graphicData>
        </a:graphic>
      </p:graphicFrame>
      <p:sp>
        <p:nvSpPr>
          <p:cNvPr id="11284" name="AutoShape 32">
            <a:extLst>
              <a:ext uri="{FF2B5EF4-FFF2-40B4-BE49-F238E27FC236}">
                <a16:creationId xmlns:a16="http://schemas.microsoft.com/office/drawing/2014/main" id="{3A334BA5-3A0A-B72E-DD09-0055741D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1531938"/>
            <a:ext cx="1439862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1000"/>
              <a:t>○○</a:t>
            </a:r>
          </a:p>
        </p:txBody>
      </p:sp>
      <p:sp>
        <p:nvSpPr>
          <p:cNvPr id="11286" name="AutoShape 38">
            <a:extLst>
              <a:ext uri="{FF2B5EF4-FFF2-40B4-BE49-F238E27FC236}">
                <a16:creationId xmlns:a16="http://schemas.microsoft.com/office/drawing/2014/main" id="{69CBBA5C-8E12-B484-54C2-046913D89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75" y="1863725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11287" name="AutoShape 39">
            <a:extLst>
              <a:ext uri="{FF2B5EF4-FFF2-40B4-BE49-F238E27FC236}">
                <a16:creationId xmlns:a16="http://schemas.microsoft.com/office/drawing/2014/main" id="{C1C118B6-8BDA-03FC-148F-CB2896F75049}"/>
              </a:ext>
            </a:extLst>
          </p:cNvPr>
          <p:cNvCxnSpPr>
            <a:cxnSpLocks noChangeShapeType="1"/>
            <a:stCxn id="11284" idx="2"/>
            <a:endCxn id="11286" idx="0"/>
          </p:cNvCxnSpPr>
          <p:nvPr/>
        </p:nvCxnSpPr>
        <p:spPr bwMode="auto">
          <a:xfrm flipH="1">
            <a:off x="4568825" y="1747838"/>
            <a:ext cx="4763" cy="115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8" name="AutoShape 42">
            <a:extLst>
              <a:ext uri="{FF2B5EF4-FFF2-40B4-BE49-F238E27FC236}">
                <a16:creationId xmlns:a16="http://schemas.microsoft.com/office/drawing/2014/main" id="{C10429F5-5A77-64CE-428E-B6DE4EE48C4B}"/>
              </a:ext>
            </a:extLst>
          </p:cNvPr>
          <p:cNvCxnSpPr>
            <a:cxnSpLocks noChangeShapeType="1"/>
            <a:stCxn id="11286" idx="2"/>
            <a:endCxn id="4294967295" idx="0"/>
          </p:cNvCxnSpPr>
          <p:nvPr/>
        </p:nvCxnSpPr>
        <p:spPr bwMode="auto">
          <a:xfrm flipH="1">
            <a:off x="4567238" y="2079625"/>
            <a:ext cx="1587" cy="127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9" name="Text Box 43">
            <a:extLst>
              <a:ext uri="{FF2B5EF4-FFF2-40B4-BE49-F238E27FC236}">
                <a16:creationId xmlns:a16="http://schemas.microsoft.com/office/drawing/2014/main" id="{F1F201BC-CFC7-71D1-6EE9-BECC8C30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1970088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[○○]</a:t>
            </a:r>
          </a:p>
        </p:txBody>
      </p:sp>
      <p:cxnSp>
        <p:nvCxnSpPr>
          <p:cNvPr id="11290" name="AutoShape 44">
            <a:extLst>
              <a:ext uri="{FF2B5EF4-FFF2-40B4-BE49-F238E27FC236}">
                <a16:creationId xmlns:a16="http://schemas.microsoft.com/office/drawing/2014/main" id="{33A0AD6F-16A6-3825-8CB5-A2522142A31A}"/>
              </a:ext>
            </a:extLst>
          </p:cNvPr>
          <p:cNvCxnSpPr>
            <a:cxnSpLocks noChangeShapeType="1"/>
            <a:stCxn id="11286" idx="3"/>
            <a:endCxn id="11293" idx="1"/>
          </p:cNvCxnSpPr>
          <p:nvPr/>
        </p:nvCxnSpPr>
        <p:spPr bwMode="auto">
          <a:xfrm>
            <a:off x="4676775" y="1971675"/>
            <a:ext cx="169545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1" name="Text Box 45">
            <a:extLst>
              <a:ext uri="{FF2B5EF4-FFF2-40B4-BE49-F238E27FC236}">
                <a16:creationId xmlns:a16="http://schemas.microsoft.com/office/drawing/2014/main" id="{4947CD2E-367D-599B-6C2F-0962C813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1936750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[○○]</a:t>
            </a:r>
          </a:p>
        </p:txBody>
      </p:sp>
      <p:sp>
        <p:nvSpPr>
          <p:cNvPr id="11293" name="AutoShape 51">
            <a:extLst>
              <a:ext uri="{FF2B5EF4-FFF2-40B4-BE49-F238E27FC236}">
                <a16:creationId xmlns:a16="http://schemas.microsoft.com/office/drawing/2014/main" id="{15E2279C-5351-1690-03D8-5B91C0F98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866900"/>
            <a:ext cx="17287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1000"/>
              <a:t>○○</a:t>
            </a:r>
          </a:p>
        </p:txBody>
      </p:sp>
      <p:sp>
        <p:nvSpPr>
          <p:cNvPr id="79" name="円/楕円 78">
            <a:extLst>
              <a:ext uri="{FF2B5EF4-FFF2-40B4-BE49-F238E27FC236}">
                <a16:creationId xmlns:a16="http://schemas.microsoft.com/office/drawing/2014/main" id="{68327460-6F1A-AA16-567A-0842D5814249}"/>
              </a:ext>
            </a:extLst>
          </p:cNvPr>
          <p:cNvSpPr/>
          <p:nvPr/>
        </p:nvSpPr>
        <p:spPr>
          <a:xfrm>
            <a:off x="4502150" y="1196975"/>
            <a:ext cx="142875" cy="1428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grpSp>
        <p:nvGrpSpPr>
          <p:cNvPr id="11342" name="グループ化 93">
            <a:extLst>
              <a:ext uri="{FF2B5EF4-FFF2-40B4-BE49-F238E27FC236}">
                <a16:creationId xmlns:a16="http://schemas.microsoft.com/office/drawing/2014/main" id="{8D54EA01-6A5F-794B-8F68-16404DF5F8D6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206625"/>
            <a:ext cx="142875" cy="142875"/>
            <a:chOff x="214282" y="1857364"/>
            <a:chExt cx="142876" cy="142876"/>
          </a:xfrm>
        </p:grpSpPr>
        <p:sp>
          <p:nvSpPr>
            <p:cNvPr id="2" name="円/楕円 83">
              <a:extLst>
                <a:ext uri="{FF2B5EF4-FFF2-40B4-BE49-F238E27FC236}">
                  <a16:creationId xmlns:a16="http://schemas.microsoft.com/office/drawing/2014/main" id="{124C4854-F5CA-8400-EA31-E701CA7D3A6A}"/>
                </a:ext>
              </a:extLst>
            </p:cNvPr>
            <p:cNvSpPr/>
            <p:nvPr/>
          </p:nvSpPr>
          <p:spPr>
            <a:xfrm>
              <a:off x="214282" y="185736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3" name="直線コネクタ 87">
              <a:extLst>
                <a:ext uri="{FF2B5EF4-FFF2-40B4-BE49-F238E27FC236}">
                  <a16:creationId xmlns:a16="http://schemas.microsoft.com/office/drawing/2014/main" id="{3A28BE8A-10A3-2797-4DFA-CAA91C80F503}"/>
                </a:ext>
              </a:extLst>
            </p:cNvPr>
            <p:cNvCxnSpPr>
              <a:stCxn id="4294967295" idx="5"/>
              <a:endCxn id="4294967295" idx="1"/>
            </p:cNvCxnSpPr>
            <p:nvPr/>
          </p:nvCxnSpPr>
          <p:spPr>
            <a:xfrm rot="16200000" flipH="1" flipV="1">
              <a:off x="234920" y="1878002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コネクタ 91">
              <a:extLst>
                <a:ext uri="{FF2B5EF4-FFF2-40B4-BE49-F238E27FC236}">
                  <a16:creationId xmlns:a16="http://schemas.microsoft.com/office/drawing/2014/main" id="{A560A3D7-7179-0A01-31C6-14AE5E4E2BC7}"/>
                </a:ext>
              </a:extLst>
            </p:cNvPr>
            <p:cNvCxnSpPr>
              <a:stCxn id="4294967295" idx="5"/>
              <a:endCxn id="4294967295" idx="1"/>
            </p:cNvCxnSpPr>
            <p:nvPr/>
          </p:nvCxnSpPr>
          <p:spPr>
            <a:xfrm rot="5400000" flipH="1">
              <a:off x="234920" y="1878002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43" name="AutoShape 35">
            <a:extLst>
              <a:ext uri="{FF2B5EF4-FFF2-40B4-BE49-F238E27FC236}">
                <a16:creationId xmlns:a16="http://schemas.microsoft.com/office/drawing/2014/main" id="{3752A505-DCB2-FD9B-C7C6-5E112A148FDD}"/>
              </a:ext>
            </a:extLst>
          </p:cNvPr>
          <p:cNvCxnSpPr>
            <a:cxnSpLocks noChangeShapeType="1"/>
            <a:stCxn id="79" idx="4"/>
            <a:endCxn id="11284" idx="0"/>
          </p:cNvCxnSpPr>
          <p:nvPr/>
        </p:nvCxnSpPr>
        <p:spPr bwMode="auto">
          <a:xfrm>
            <a:off x="4573588" y="1352550"/>
            <a:ext cx="0" cy="179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58" name="AutoShape 77">
            <a:extLst>
              <a:ext uri="{FF2B5EF4-FFF2-40B4-BE49-F238E27FC236}">
                <a16:creationId xmlns:a16="http://schemas.microsoft.com/office/drawing/2014/main" id="{0A4C2071-A8CC-F9B9-C478-D3550E84FEA3}"/>
              </a:ext>
            </a:extLst>
          </p:cNvPr>
          <p:cNvCxnSpPr>
            <a:cxnSpLocks noChangeShapeType="1"/>
            <a:stCxn id="11293" idx="2"/>
            <a:endCxn id="4294967295" idx="0"/>
          </p:cNvCxnSpPr>
          <p:nvPr/>
        </p:nvCxnSpPr>
        <p:spPr bwMode="auto">
          <a:xfrm>
            <a:off x="7237413" y="2082800"/>
            <a:ext cx="0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359" name="グループ化 82">
            <a:extLst>
              <a:ext uri="{FF2B5EF4-FFF2-40B4-BE49-F238E27FC236}">
                <a16:creationId xmlns:a16="http://schemas.microsoft.com/office/drawing/2014/main" id="{95D2FC75-4AF5-82FF-9A88-72A505BF6D0D}"/>
              </a:ext>
            </a:extLst>
          </p:cNvPr>
          <p:cNvGrpSpPr>
            <a:grpSpLocks/>
          </p:cNvGrpSpPr>
          <p:nvPr/>
        </p:nvGrpSpPr>
        <p:grpSpPr bwMode="auto">
          <a:xfrm>
            <a:off x="7165975" y="2282825"/>
            <a:ext cx="142875" cy="142875"/>
            <a:chOff x="357158" y="1500174"/>
            <a:chExt cx="142876" cy="142876"/>
          </a:xfrm>
        </p:grpSpPr>
        <p:sp>
          <p:nvSpPr>
            <p:cNvPr id="5" name="円/楕円 83">
              <a:extLst>
                <a:ext uri="{FF2B5EF4-FFF2-40B4-BE49-F238E27FC236}">
                  <a16:creationId xmlns:a16="http://schemas.microsoft.com/office/drawing/2014/main" id="{7D49C106-2EF2-DCDF-7D76-5F7D0535C733}"/>
                </a:ext>
              </a:extLst>
            </p:cNvPr>
            <p:cNvSpPr/>
            <p:nvPr/>
          </p:nvSpPr>
          <p:spPr>
            <a:xfrm>
              <a:off x="357158" y="150017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6" name="円/楕円 84">
              <a:extLst>
                <a:ext uri="{FF2B5EF4-FFF2-40B4-BE49-F238E27FC236}">
                  <a16:creationId xmlns:a16="http://schemas.microsoft.com/office/drawing/2014/main" id="{BDBA300B-BB04-1339-5B72-52EAC68DEF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908" y="1531924"/>
              <a:ext cx="79376" cy="793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</p:grpSp>
      <p:graphicFrame>
        <p:nvGraphicFramePr>
          <p:cNvPr id="11395" name="Group 131">
            <a:extLst>
              <a:ext uri="{FF2B5EF4-FFF2-40B4-BE49-F238E27FC236}">
                <a16:creationId xmlns:a16="http://schemas.microsoft.com/office/drawing/2014/main" id="{0A57DEEB-C7D2-9884-D06D-AA08DA3D6192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3860800"/>
          <a:ext cx="5181600" cy="249967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20094601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107981337"/>
                    </a:ext>
                  </a:extLst>
                </a:gridCol>
              </a:tblGrid>
              <a:tr h="120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515491"/>
                  </a:ext>
                </a:extLst>
              </a:tr>
              <a:tr h="2255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51376"/>
                  </a:ext>
                </a:extLst>
              </a:tr>
            </a:tbl>
          </a:graphicData>
        </a:graphic>
      </p:graphicFrame>
      <p:sp>
        <p:nvSpPr>
          <p:cNvPr id="11377" name="AutoShape 32">
            <a:extLst>
              <a:ext uri="{FF2B5EF4-FFF2-40B4-BE49-F238E27FC236}">
                <a16:creationId xmlns:a16="http://schemas.microsoft.com/office/drawing/2014/main" id="{5B57BE52-0B49-9FFA-991D-454CD156A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4578350"/>
            <a:ext cx="1439862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1000"/>
              <a:t>○○</a:t>
            </a:r>
          </a:p>
        </p:txBody>
      </p:sp>
      <p:sp>
        <p:nvSpPr>
          <p:cNvPr id="11378" name="AutoShape 38">
            <a:extLst>
              <a:ext uri="{FF2B5EF4-FFF2-40B4-BE49-F238E27FC236}">
                <a16:creationId xmlns:a16="http://schemas.microsoft.com/office/drawing/2014/main" id="{45CD157D-81E0-8494-4391-ADF99FBE4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910138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11379" name="AutoShape 39">
            <a:extLst>
              <a:ext uri="{FF2B5EF4-FFF2-40B4-BE49-F238E27FC236}">
                <a16:creationId xmlns:a16="http://schemas.microsoft.com/office/drawing/2014/main" id="{22A04F02-DB10-4793-E497-88350024AFC0}"/>
              </a:ext>
            </a:extLst>
          </p:cNvPr>
          <p:cNvCxnSpPr>
            <a:cxnSpLocks noChangeShapeType="1"/>
            <a:stCxn id="11377" idx="2"/>
            <a:endCxn id="11378" idx="0"/>
          </p:cNvCxnSpPr>
          <p:nvPr/>
        </p:nvCxnSpPr>
        <p:spPr bwMode="auto">
          <a:xfrm flipH="1">
            <a:off x="3155950" y="4794250"/>
            <a:ext cx="4763" cy="115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80" name="AutoShape 42">
            <a:extLst>
              <a:ext uri="{FF2B5EF4-FFF2-40B4-BE49-F238E27FC236}">
                <a16:creationId xmlns:a16="http://schemas.microsoft.com/office/drawing/2014/main" id="{59CB3A75-FEE7-35AB-3B65-124613AA76F2}"/>
              </a:ext>
            </a:extLst>
          </p:cNvPr>
          <p:cNvCxnSpPr>
            <a:cxnSpLocks noChangeShapeType="1"/>
            <a:stCxn id="11378" idx="2"/>
            <a:endCxn id="4294967295" idx="0"/>
          </p:cNvCxnSpPr>
          <p:nvPr/>
        </p:nvCxnSpPr>
        <p:spPr bwMode="auto">
          <a:xfrm flipH="1">
            <a:off x="3154363" y="5126038"/>
            <a:ext cx="1587" cy="127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81" name="Text Box 43">
            <a:extLst>
              <a:ext uri="{FF2B5EF4-FFF2-40B4-BE49-F238E27FC236}">
                <a16:creationId xmlns:a16="http://schemas.microsoft.com/office/drawing/2014/main" id="{3B9D9A3F-6979-AB5E-822D-9BDD7E7D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5016500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[○○]</a:t>
            </a:r>
          </a:p>
        </p:txBody>
      </p:sp>
      <p:cxnSp>
        <p:nvCxnSpPr>
          <p:cNvPr id="11382" name="AutoShape 44">
            <a:extLst>
              <a:ext uri="{FF2B5EF4-FFF2-40B4-BE49-F238E27FC236}">
                <a16:creationId xmlns:a16="http://schemas.microsoft.com/office/drawing/2014/main" id="{C44D9821-30E2-6643-4CB0-19A2D82366A1}"/>
              </a:ext>
            </a:extLst>
          </p:cNvPr>
          <p:cNvCxnSpPr>
            <a:cxnSpLocks noChangeShapeType="1"/>
            <a:stCxn id="11378" idx="3"/>
            <a:endCxn id="11384" idx="1"/>
          </p:cNvCxnSpPr>
          <p:nvPr/>
        </p:nvCxnSpPr>
        <p:spPr bwMode="auto">
          <a:xfrm>
            <a:off x="3263900" y="5018088"/>
            <a:ext cx="169545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83" name="Text Box 45">
            <a:extLst>
              <a:ext uri="{FF2B5EF4-FFF2-40B4-BE49-F238E27FC236}">
                <a16:creationId xmlns:a16="http://schemas.microsoft.com/office/drawing/2014/main" id="{7F0E5632-B941-9D14-64EE-DC653C17F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4983163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[○○]</a:t>
            </a:r>
          </a:p>
        </p:txBody>
      </p:sp>
      <p:sp>
        <p:nvSpPr>
          <p:cNvPr id="11384" name="AutoShape 51">
            <a:extLst>
              <a:ext uri="{FF2B5EF4-FFF2-40B4-BE49-F238E27FC236}">
                <a16:creationId xmlns:a16="http://schemas.microsoft.com/office/drawing/2014/main" id="{394D570A-A024-1B1B-B52A-E7BA95748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350" y="4913313"/>
            <a:ext cx="17287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1000"/>
              <a:t>○○</a:t>
            </a:r>
          </a:p>
        </p:txBody>
      </p:sp>
      <p:sp>
        <p:nvSpPr>
          <p:cNvPr id="7" name="円/楕円 78">
            <a:extLst>
              <a:ext uri="{FF2B5EF4-FFF2-40B4-BE49-F238E27FC236}">
                <a16:creationId xmlns:a16="http://schemas.microsoft.com/office/drawing/2014/main" id="{E77C09EB-457B-F079-EB18-2BAF29DC1D61}"/>
              </a:ext>
            </a:extLst>
          </p:cNvPr>
          <p:cNvSpPr/>
          <p:nvPr/>
        </p:nvSpPr>
        <p:spPr>
          <a:xfrm>
            <a:off x="3089275" y="4243388"/>
            <a:ext cx="142875" cy="1428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grpSp>
        <p:nvGrpSpPr>
          <p:cNvPr id="11386" name="グループ化 93">
            <a:extLst>
              <a:ext uri="{FF2B5EF4-FFF2-40B4-BE49-F238E27FC236}">
                <a16:creationId xmlns:a16="http://schemas.microsoft.com/office/drawing/2014/main" id="{BAB68CC4-F680-454A-3BBB-33AFF98E55C8}"/>
              </a:ext>
            </a:extLst>
          </p:cNvPr>
          <p:cNvGrpSpPr>
            <a:grpSpLocks/>
          </p:cNvGrpSpPr>
          <p:nvPr/>
        </p:nvGrpSpPr>
        <p:grpSpPr bwMode="auto">
          <a:xfrm>
            <a:off x="3082925" y="5253038"/>
            <a:ext cx="142875" cy="142875"/>
            <a:chOff x="214282" y="1857364"/>
            <a:chExt cx="142876" cy="142876"/>
          </a:xfrm>
        </p:grpSpPr>
        <p:sp>
          <p:nvSpPr>
            <p:cNvPr id="8" name="円/楕円 83">
              <a:extLst>
                <a:ext uri="{FF2B5EF4-FFF2-40B4-BE49-F238E27FC236}">
                  <a16:creationId xmlns:a16="http://schemas.microsoft.com/office/drawing/2014/main" id="{A6361C29-38A0-BB6C-3586-76F39FA2001E}"/>
                </a:ext>
              </a:extLst>
            </p:cNvPr>
            <p:cNvSpPr/>
            <p:nvPr/>
          </p:nvSpPr>
          <p:spPr>
            <a:xfrm>
              <a:off x="214282" y="185736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A233F14B-A8FF-9255-02C3-909F498A6AF0}"/>
                </a:ext>
              </a:extLst>
            </p:cNvPr>
            <p:cNvCxnSpPr>
              <a:stCxn id="4294967295" idx="7"/>
              <a:endCxn id="4294967295" idx="3"/>
            </p:cNvCxnSpPr>
            <p:nvPr/>
          </p:nvCxnSpPr>
          <p:spPr>
            <a:xfrm rot="16200000" flipH="1" flipV="1">
              <a:off x="234920" y="1878001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EBB3B68E-5D47-E24D-9C6F-42708A7428D2}"/>
                </a:ext>
              </a:extLst>
            </p:cNvPr>
            <p:cNvCxnSpPr>
              <a:stCxn id="4294967295" idx="5"/>
              <a:endCxn id="4294967295" idx="1"/>
            </p:cNvCxnSpPr>
            <p:nvPr/>
          </p:nvCxnSpPr>
          <p:spPr>
            <a:xfrm rot="5400000" flipH="1">
              <a:off x="234920" y="1878001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90" name="AutoShape 35">
            <a:extLst>
              <a:ext uri="{FF2B5EF4-FFF2-40B4-BE49-F238E27FC236}">
                <a16:creationId xmlns:a16="http://schemas.microsoft.com/office/drawing/2014/main" id="{C6D9D9AF-A904-FC8F-B2CA-F725AE988E6A}"/>
              </a:ext>
            </a:extLst>
          </p:cNvPr>
          <p:cNvCxnSpPr>
            <a:cxnSpLocks noChangeShapeType="1"/>
            <a:stCxn id="4294967295" idx="4"/>
            <a:endCxn id="11377" idx="0"/>
          </p:cNvCxnSpPr>
          <p:nvPr/>
        </p:nvCxnSpPr>
        <p:spPr bwMode="auto">
          <a:xfrm>
            <a:off x="3160713" y="4398963"/>
            <a:ext cx="0" cy="17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91" name="AutoShape 77">
            <a:extLst>
              <a:ext uri="{FF2B5EF4-FFF2-40B4-BE49-F238E27FC236}">
                <a16:creationId xmlns:a16="http://schemas.microsoft.com/office/drawing/2014/main" id="{F4564097-EF29-CBF8-744D-4221932A1E33}"/>
              </a:ext>
            </a:extLst>
          </p:cNvPr>
          <p:cNvCxnSpPr>
            <a:cxnSpLocks noChangeShapeType="1"/>
            <a:stCxn id="11384" idx="2"/>
            <a:endCxn id="85" idx="0"/>
          </p:cNvCxnSpPr>
          <p:nvPr/>
        </p:nvCxnSpPr>
        <p:spPr bwMode="auto">
          <a:xfrm>
            <a:off x="5824538" y="5129213"/>
            <a:ext cx="0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392" name="グループ化 82">
            <a:extLst>
              <a:ext uri="{FF2B5EF4-FFF2-40B4-BE49-F238E27FC236}">
                <a16:creationId xmlns:a16="http://schemas.microsoft.com/office/drawing/2014/main" id="{560D5E78-1869-4170-55BC-7DC209B6466C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5329238"/>
            <a:ext cx="142875" cy="142875"/>
            <a:chOff x="357158" y="1500174"/>
            <a:chExt cx="142876" cy="142876"/>
          </a:xfrm>
        </p:grpSpPr>
        <p:sp>
          <p:nvSpPr>
            <p:cNvPr id="84" name="円/楕円 83">
              <a:extLst>
                <a:ext uri="{FF2B5EF4-FFF2-40B4-BE49-F238E27FC236}">
                  <a16:creationId xmlns:a16="http://schemas.microsoft.com/office/drawing/2014/main" id="{7C077EE8-0DBB-E29E-FBC5-1BF5154B8992}"/>
                </a:ext>
              </a:extLst>
            </p:cNvPr>
            <p:cNvSpPr/>
            <p:nvPr/>
          </p:nvSpPr>
          <p:spPr>
            <a:xfrm>
              <a:off x="357158" y="150017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85" name="円/楕円 84">
              <a:extLst>
                <a:ext uri="{FF2B5EF4-FFF2-40B4-BE49-F238E27FC236}">
                  <a16:creationId xmlns:a16="http://schemas.microsoft.com/office/drawing/2014/main" id="{B9DC9280-5F8A-127B-68A6-AB8B83A802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908" y="1531924"/>
              <a:ext cx="79376" cy="793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FC016A-3BCC-0BC4-7A54-8FD7E39B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442912"/>
          </a:xfrm>
        </p:spPr>
        <p:txBody>
          <a:bodyPr/>
          <a:lstStyle/>
          <a:p>
            <a:r>
              <a:rPr lang="ja-JP" altLang="en-US" sz="2400"/>
              <a:t>境界インターフェース記述書　テンプレート</a:t>
            </a:r>
            <a:endParaRPr lang="en-US" altLang="ja-JP" sz="2400"/>
          </a:p>
        </p:txBody>
      </p:sp>
      <p:graphicFrame>
        <p:nvGraphicFramePr>
          <p:cNvPr id="15414" name="Group 54">
            <a:extLst>
              <a:ext uri="{FF2B5EF4-FFF2-40B4-BE49-F238E27FC236}">
                <a16:creationId xmlns:a16="http://schemas.microsoft.com/office/drawing/2014/main" id="{76B008BD-D632-4FE4-0578-ABA40F3311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1052513"/>
          <a:ext cx="7772400" cy="3595690"/>
        </p:xfrm>
        <a:graphic>
          <a:graphicData uri="http://schemas.openxmlformats.org/drawingml/2006/table">
            <a:tbl>
              <a:tblPr/>
              <a:tblGrid>
                <a:gridCol w="1554162">
                  <a:extLst>
                    <a:ext uri="{9D8B030D-6E8A-4147-A177-3AD203B41FA5}">
                      <a16:colId xmlns:a16="http://schemas.microsoft.com/office/drawing/2014/main" val="112841293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91761354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53489317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855586867"/>
                    </a:ext>
                  </a:extLst>
                </a:gridCol>
                <a:gridCol w="3090863">
                  <a:extLst>
                    <a:ext uri="{9D8B030D-6E8A-4147-A177-3AD203B41FA5}">
                      <a16:colId xmlns:a16="http://schemas.microsoft.com/office/drawing/2014/main" val="1851037240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インターフェイス名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媒体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方式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入出力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項目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395103"/>
                  </a:ext>
                </a:extLst>
              </a:tr>
              <a:tr h="395288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入力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72548"/>
                  </a:ext>
                </a:extLst>
              </a:tr>
              <a:tr h="3952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出力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736417"/>
                  </a:ext>
                </a:extLst>
              </a:tr>
              <a:tr h="3968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入力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604935"/>
                  </a:ext>
                </a:extLst>
              </a:tr>
              <a:tr h="3952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出力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70788"/>
                  </a:ext>
                </a:extLst>
              </a:tr>
              <a:tr h="395288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入力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858614"/>
                  </a:ext>
                </a:extLst>
              </a:tr>
              <a:tr h="3937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出力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311500"/>
                  </a:ext>
                </a:extLst>
              </a:tr>
              <a:tr h="3968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入力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627422"/>
                  </a:ext>
                </a:extLst>
              </a:tr>
              <a:tr h="3952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出力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○○○</a:t>
                      </a: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550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36" name="Group 36">
            <a:extLst>
              <a:ext uri="{FF2B5EF4-FFF2-40B4-BE49-F238E27FC236}">
                <a16:creationId xmlns:a16="http://schemas.microsoft.com/office/drawing/2014/main" id="{EACF2529-B3D6-78FA-5063-9266E9E884DA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620713"/>
          <a:ext cx="7632700" cy="2073277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ユースケース名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ログインする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コンポーネント名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関連ユースケース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対局する</a:t>
                      </a:r>
                      <a:endParaRPr kumimoji="1" lang="en-US" altLang="ja-JP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アクター名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説明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オセロゲームを行うユーザ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91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シナリオ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787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プレイヤは，プレイヤ名を入力する．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クライアントプログラムは，プレイヤに対して，プレイヤ名を表示する．</a:t>
                      </a:r>
                      <a:endParaRPr kumimoji="1" lang="en-US" altLang="ja-JP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プレイヤは，表示されたプレイヤ名を確認する．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33" name="Group 41">
            <a:extLst>
              <a:ext uri="{FF2B5EF4-FFF2-40B4-BE49-F238E27FC236}">
                <a16:creationId xmlns:a16="http://schemas.microsoft.com/office/drawing/2014/main" id="{767F8809-57CE-E222-C203-2D7F0F2623AE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985838"/>
          <a:ext cx="7632700" cy="3779834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ユースケース名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対局する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コンポーネント名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関連ユースケース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ログインする</a:t>
                      </a:r>
                      <a:endParaRPr kumimoji="1" lang="en-US" altLang="ja-JP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アクター名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説明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オセロゲームを行うユーザ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サーバ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ネットワークオセロ対局を行うためのゲームサーバ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6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シナリオ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2814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クライアントプログラムは，サーバに接続する．接続できない場合は終了する．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サーバは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2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台のクライアントプログラムと接続できた場合は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3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に進む．それ以外は，待機する．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サーバは，先手後手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(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白黒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)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情報をクライアントプログラムに送信する．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クライアントプログラムは，先手後手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(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白黒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)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情報を受信する．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クライアントプログラムは，局面を描画する．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クライアントプログラムは，プレイヤの手番を確認する．プレイヤの手番の場合は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7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に進む．相手の手番の場合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9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に進む．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プレイヤは，クライアントプログラムに対して操作を行う．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クライアントプログラムは，プレイヤからの操作を受け付け，サーバに送信する．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10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に進む．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クライアントプログラムは，サーバから相手の操作情報を受信する．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クライアントプログラムは，操作情報を局面に反映する．</a:t>
                      </a:r>
                    </a:p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クライアントプログラムは，対局が終了してるかを確認する．終了していない場合は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5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に戻る．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56" name="Group 28">
            <a:extLst>
              <a:ext uri="{FF2B5EF4-FFF2-40B4-BE49-F238E27FC236}">
                <a16:creationId xmlns:a16="http://schemas.microsoft.com/office/drawing/2014/main" id="{3572B303-6FE6-C077-5CCE-68AFEC7B2B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1788" y="174625"/>
          <a:ext cx="6858000" cy="6567488"/>
        </p:xfrm>
        <a:graphic>
          <a:graphicData uri="http://schemas.openxmlformats.org/drawingml/2006/table">
            <a:tbl>
              <a:tblPr/>
              <a:tblGrid>
                <a:gridCol w="157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2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プレイヤ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クライアントプログラム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</a:rPr>
                        <a:t>サーバ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3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64" name="Text Box 30">
            <a:extLst>
              <a:ext uri="{FF2B5EF4-FFF2-40B4-BE49-F238E27FC236}">
                <a16:creationId xmlns:a16="http://schemas.microsoft.com/office/drawing/2014/main" id="{9554A785-EDAE-3C3F-0520-B487D070E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733425"/>
            <a:ext cx="8651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(</a:t>
            </a:r>
            <a:r>
              <a:rPr lang="ja-JP" altLang="en-US" sz="1000"/>
              <a:t>ログイン済</a:t>
            </a:r>
            <a:r>
              <a:rPr lang="en-US" altLang="ja-JP" sz="1000"/>
              <a:t>)</a:t>
            </a:r>
          </a:p>
        </p:txBody>
      </p:sp>
      <p:sp>
        <p:nvSpPr>
          <p:cNvPr id="2065" name="AutoShape 31">
            <a:extLst>
              <a:ext uri="{FF2B5EF4-FFF2-40B4-BE49-F238E27FC236}">
                <a16:creationId xmlns:a16="http://schemas.microsoft.com/office/drawing/2014/main" id="{D15F87B4-2294-AB65-28DB-858D6846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9863" y="2689225"/>
            <a:ext cx="1008062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局面を描画</a:t>
            </a:r>
          </a:p>
        </p:txBody>
      </p:sp>
      <p:sp>
        <p:nvSpPr>
          <p:cNvPr id="2066" name="AutoShape 32">
            <a:extLst>
              <a:ext uri="{FF2B5EF4-FFF2-40B4-BE49-F238E27FC236}">
                <a16:creationId xmlns:a16="http://schemas.microsoft.com/office/drawing/2014/main" id="{A2078FBE-6EAD-68CF-A98A-7C0276FC3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884238"/>
            <a:ext cx="1439863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サーバに接続</a:t>
            </a:r>
          </a:p>
        </p:txBody>
      </p:sp>
      <p:cxnSp>
        <p:nvCxnSpPr>
          <p:cNvPr id="2067" name="AutoShape 35">
            <a:extLst>
              <a:ext uri="{FF2B5EF4-FFF2-40B4-BE49-F238E27FC236}">
                <a16:creationId xmlns:a16="http://schemas.microsoft.com/office/drawing/2014/main" id="{CCA450A6-AA3F-F7F5-A168-8AFCD20268E4}"/>
              </a:ext>
            </a:extLst>
          </p:cNvPr>
          <p:cNvCxnSpPr>
            <a:cxnSpLocks noChangeShapeType="1"/>
            <a:stCxn id="2065" idx="2"/>
            <a:endCxn id="2114" idx="0"/>
          </p:cNvCxnSpPr>
          <p:nvPr/>
        </p:nvCxnSpPr>
        <p:spPr bwMode="auto">
          <a:xfrm flipH="1">
            <a:off x="4483100" y="2905125"/>
            <a:ext cx="1588" cy="184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68" name="AutoShape 38">
            <a:extLst>
              <a:ext uri="{FF2B5EF4-FFF2-40B4-BE49-F238E27FC236}">
                <a16:creationId xmlns:a16="http://schemas.microsoft.com/office/drawing/2014/main" id="{A6936FA5-7F7A-310F-CE80-5ADAD8F99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1216025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2069" name="AutoShape 39">
            <a:extLst>
              <a:ext uri="{FF2B5EF4-FFF2-40B4-BE49-F238E27FC236}">
                <a16:creationId xmlns:a16="http://schemas.microsoft.com/office/drawing/2014/main" id="{53AFE158-5CF8-DFDF-5562-920F0FED70B7}"/>
              </a:ext>
            </a:extLst>
          </p:cNvPr>
          <p:cNvCxnSpPr>
            <a:cxnSpLocks noChangeShapeType="1"/>
            <a:stCxn id="2066" idx="2"/>
            <a:endCxn id="2068" idx="0"/>
          </p:cNvCxnSpPr>
          <p:nvPr/>
        </p:nvCxnSpPr>
        <p:spPr bwMode="auto">
          <a:xfrm flipH="1">
            <a:off x="4424363" y="1100138"/>
            <a:ext cx="4762" cy="115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0" name="AutoShape 42">
            <a:extLst>
              <a:ext uri="{FF2B5EF4-FFF2-40B4-BE49-F238E27FC236}">
                <a16:creationId xmlns:a16="http://schemas.microsoft.com/office/drawing/2014/main" id="{F38D02C2-A177-B2A3-F77A-B308E8BC9C02}"/>
              </a:ext>
            </a:extLst>
          </p:cNvPr>
          <p:cNvCxnSpPr>
            <a:cxnSpLocks noChangeShapeType="1"/>
            <a:stCxn id="2068" idx="2"/>
          </p:cNvCxnSpPr>
          <p:nvPr/>
        </p:nvCxnSpPr>
        <p:spPr bwMode="auto">
          <a:xfrm flipH="1">
            <a:off x="4422775" y="1431925"/>
            <a:ext cx="1588" cy="127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1" name="Text Box 43">
            <a:extLst>
              <a:ext uri="{FF2B5EF4-FFF2-40B4-BE49-F238E27FC236}">
                <a16:creationId xmlns:a16="http://schemas.microsoft.com/office/drawing/2014/main" id="{56FA2B60-A241-B88F-6919-2526A670F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688" y="1322388"/>
            <a:ext cx="7921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接続失敗</a:t>
            </a:r>
            <a:r>
              <a:rPr lang="en-US" altLang="ja-JP" sz="1000"/>
              <a:t>]</a:t>
            </a:r>
          </a:p>
        </p:txBody>
      </p:sp>
      <p:cxnSp>
        <p:nvCxnSpPr>
          <p:cNvPr id="2072" name="AutoShape 44">
            <a:extLst>
              <a:ext uri="{FF2B5EF4-FFF2-40B4-BE49-F238E27FC236}">
                <a16:creationId xmlns:a16="http://schemas.microsoft.com/office/drawing/2014/main" id="{B8B18BF1-C10E-A83E-0F99-8947363BF550}"/>
              </a:ext>
            </a:extLst>
          </p:cNvPr>
          <p:cNvCxnSpPr>
            <a:cxnSpLocks noChangeShapeType="1"/>
            <a:stCxn id="2068" idx="3"/>
            <a:endCxn id="2075" idx="1"/>
          </p:cNvCxnSpPr>
          <p:nvPr/>
        </p:nvCxnSpPr>
        <p:spPr bwMode="auto">
          <a:xfrm>
            <a:off x="4532313" y="1323975"/>
            <a:ext cx="169545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3" name="Text Box 45">
            <a:extLst>
              <a:ext uri="{FF2B5EF4-FFF2-40B4-BE49-F238E27FC236}">
                <a16:creationId xmlns:a16="http://schemas.microsoft.com/office/drawing/2014/main" id="{A391D5A8-5FB4-19CA-F9E3-5F4E7510B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1289050"/>
            <a:ext cx="7921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接続成功</a:t>
            </a:r>
            <a:r>
              <a:rPr lang="en-US" altLang="ja-JP" sz="1000"/>
              <a:t>]</a:t>
            </a:r>
          </a:p>
        </p:txBody>
      </p:sp>
      <p:sp>
        <p:nvSpPr>
          <p:cNvPr id="2074" name="AutoShape 50">
            <a:extLst>
              <a:ext uri="{FF2B5EF4-FFF2-40B4-BE49-F238E27FC236}">
                <a16:creationId xmlns:a16="http://schemas.microsoft.com/office/drawing/2014/main" id="{715D3924-EFB6-0438-16F5-C3C7253BD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251200"/>
            <a:ext cx="1552575" cy="2397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対戦相手の操作情報を受信</a:t>
            </a:r>
          </a:p>
        </p:txBody>
      </p:sp>
      <p:sp>
        <p:nvSpPr>
          <p:cNvPr id="2075" name="AutoShape 51">
            <a:extLst>
              <a:ext uri="{FF2B5EF4-FFF2-40B4-BE49-F238E27FC236}">
                <a16:creationId xmlns:a16="http://schemas.microsoft.com/office/drawing/2014/main" id="{9FCEFB80-30B0-A76E-9CCD-E9A067B0F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219200"/>
            <a:ext cx="1728787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クライアントプログラムの接続</a:t>
            </a:r>
          </a:p>
        </p:txBody>
      </p:sp>
      <p:cxnSp>
        <p:nvCxnSpPr>
          <p:cNvPr id="2076" name="AutoShape 52">
            <a:extLst>
              <a:ext uri="{FF2B5EF4-FFF2-40B4-BE49-F238E27FC236}">
                <a16:creationId xmlns:a16="http://schemas.microsoft.com/office/drawing/2014/main" id="{A5C8D028-7322-93CA-09A9-19C7577EA82C}"/>
              </a:ext>
            </a:extLst>
          </p:cNvPr>
          <p:cNvCxnSpPr>
            <a:cxnSpLocks noChangeShapeType="1"/>
            <a:stCxn id="2075" idx="2"/>
            <a:endCxn id="2107" idx="0"/>
          </p:cNvCxnSpPr>
          <p:nvPr/>
        </p:nvCxnSpPr>
        <p:spPr bwMode="auto">
          <a:xfrm>
            <a:off x="7092950" y="1435100"/>
            <a:ext cx="0" cy="144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7" name="AutoShape 53">
            <a:extLst>
              <a:ext uri="{FF2B5EF4-FFF2-40B4-BE49-F238E27FC236}">
                <a16:creationId xmlns:a16="http://schemas.microsoft.com/office/drawing/2014/main" id="{BDC50D2B-DBF0-7BBF-09AE-1E735AAB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3795713"/>
            <a:ext cx="1400175" cy="360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対戦相手の操作情報を</a:t>
            </a:r>
            <a:br>
              <a:rPr lang="ja-JP" altLang="en-US" sz="1000"/>
            </a:br>
            <a:r>
              <a:rPr lang="ja-JP" altLang="en-US" sz="1000"/>
              <a:t>クライアントに送信</a:t>
            </a:r>
          </a:p>
        </p:txBody>
      </p:sp>
      <p:cxnSp>
        <p:nvCxnSpPr>
          <p:cNvPr id="2078" name="AutoShape 55">
            <a:extLst>
              <a:ext uri="{FF2B5EF4-FFF2-40B4-BE49-F238E27FC236}">
                <a16:creationId xmlns:a16="http://schemas.microsoft.com/office/drawing/2014/main" id="{719EDA8F-487E-41F4-0B2C-0E3B53A28D14}"/>
              </a:ext>
            </a:extLst>
          </p:cNvPr>
          <p:cNvCxnSpPr>
            <a:cxnSpLocks noChangeShapeType="1"/>
            <a:stCxn id="2074" idx="2"/>
            <a:endCxn id="2077" idx="0"/>
          </p:cNvCxnSpPr>
          <p:nvPr/>
        </p:nvCxnSpPr>
        <p:spPr bwMode="auto">
          <a:xfrm flipH="1">
            <a:off x="7088188" y="3490913"/>
            <a:ext cx="4762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9" name="AutoShape 57">
            <a:extLst>
              <a:ext uri="{FF2B5EF4-FFF2-40B4-BE49-F238E27FC236}">
                <a16:creationId xmlns:a16="http://schemas.microsoft.com/office/drawing/2014/main" id="{75023740-91FF-DD01-8ADD-ECB19268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813175"/>
            <a:ext cx="1008063" cy="3349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対戦相手の</a:t>
            </a:r>
            <a:br>
              <a:rPr lang="ja-JP" altLang="en-US" sz="1000"/>
            </a:br>
            <a:r>
              <a:rPr lang="ja-JP" altLang="en-US" sz="1000"/>
              <a:t>操作情報を受信</a:t>
            </a:r>
          </a:p>
        </p:txBody>
      </p:sp>
      <p:cxnSp>
        <p:nvCxnSpPr>
          <p:cNvPr id="2080" name="AutoShape 58">
            <a:extLst>
              <a:ext uri="{FF2B5EF4-FFF2-40B4-BE49-F238E27FC236}">
                <a16:creationId xmlns:a16="http://schemas.microsoft.com/office/drawing/2014/main" id="{AEFBAE21-4628-191E-2060-1E07642332B0}"/>
              </a:ext>
            </a:extLst>
          </p:cNvPr>
          <p:cNvCxnSpPr>
            <a:cxnSpLocks noChangeShapeType="1"/>
            <a:stCxn id="2077" idx="1"/>
            <a:endCxn id="2079" idx="3"/>
          </p:cNvCxnSpPr>
          <p:nvPr/>
        </p:nvCxnSpPr>
        <p:spPr bwMode="auto">
          <a:xfrm rot="10800000" flipV="1">
            <a:off x="5732463" y="3975100"/>
            <a:ext cx="655637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1" name="AutoShape 59">
            <a:extLst>
              <a:ext uri="{FF2B5EF4-FFF2-40B4-BE49-F238E27FC236}">
                <a16:creationId xmlns:a16="http://schemas.microsoft.com/office/drawing/2014/main" id="{915A9F63-AE0C-27B6-3D15-87D80B88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897438"/>
            <a:ext cx="9794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局面に反映</a:t>
            </a:r>
          </a:p>
        </p:txBody>
      </p:sp>
      <p:sp>
        <p:nvSpPr>
          <p:cNvPr id="2082" name="AutoShape 61">
            <a:extLst>
              <a:ext uri="{FF2B5EF4-FFF2-40B4-BE49-F238E27FC236}">
                <a16:creationId xmlns:a16="http://schemas.microsoft.com/office/drawing/2014/main" id="{0B7F75C1-5501-E62A-FE04-A3B2ED57E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5324475"/>
            <a:ext cx="93503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対局終了確認</a:t>
            </a:r>
          </a:p>
        </p:txBody>
      </p:sp>
      <p:sp>
        <p:nvSpPr>
          <p:cNvPr id="2083" name="AutoShape 63">
            <a:extLst>
              <a:ext uri="{FF2B5EF4-FFF2-40B4-BE49-F238E27FC236}">
                <a16:creationId xmlns:a16="http://schemas.microsoft.com/office/drawing/2014/main" id="{8E2FC1E7-3C70-1BC1-6B88-5635A4B1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5705475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2084" name="AutoShape 64">
            <a:extLst>
              <a:ext uri="{FF2B5EF4-FFF2-40B4-BE49-F238E27FC236}">
                <a16:creationId xmlns:a16="http://schemas.microsoft.com/office/drawing/2014/main" id="{504AB981-9E7D-3818-6030-ED796EC99564}"/>
              </a:ext>
            </a:extLst>
          </p:cNvPr>
          <p:cNvCxnSpPr>
            <a:cxnSpLocks noChangeShapeType="1"/>
            <a:stCxn id="2082" idx="2"/>
            <a:endCxn id="2083" idx="0"/>
          </p:cNvCxnSpPr>
          <p:nvPr/>
        </p:nvCxnSpPr>
        <p:spPr bwMode="auto">
          <a:xfrm rot="16200000" flipH="1">
            <a:off x="4389438" y="5622925"/>
            <a:ext cx="1651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5" name="AutoShape 65">
            <a:extLst>
              <a:ext uri="{FF2B5EF4-FFF2-40B4-BE49-F238E27FC236}">
                <a16:creationId xmlns:a16="http://schemas.microsoft.com/office/drawing/2014/main" id="{CACE9D77-4402-EDB8-56F1-87CE797AD7B8}"/>
              </a:ext>
            </a:extLst>
          </p:cNvPr>
          <p:cNvCxnSpPr>
            <a:cxnSpLocks noChangeShapeType="1"/>
            <a:stCxn id="2083" idx="2"/>
          </p:cNvCxnSpPr>
          <p:nvPr/>
        </p:nvCxnSpPr>
        <p:spPr bwMode="auto">
          <a:xfrm>
            <a:off x="4471988" y="5921375"/>
            <a:ext cx="4762" cy="146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6" name="Text Box 66">
            <a:extLst>
              <a:ext uri="{FF2B5EF4-FFF2-40B4-BE49-F238E27FC236}">
                <a16:creationId xmlns:a16="http://schemas.microsoft.com/office/drawing/2014/main" id="{FFD965DB-F1CA-C583-E3E2-32A793D98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50" y="5726113"/>
            <a:ext cx="546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終了</a:t>
            </a:r>
            <a:r>
              <a:rPr lang="en-US" altLang="ja-JP" sz="1000"/>
              <a:t>]</a:t>
            </a:r>
          </a:p>
        </p:txBody>
      </p:sp>
      <p:sp>
        <p:nvSpPr>
          <p:cNvPr id="2087" name="Text Box 67">
            <a:extLst>
              <a:ext uri="{FF2B5EF4-FFF2-40B4-BE49-F238E27FC236}">
                <a16:creationId xmlns:a16="http://schemas.microsoft.com/office/drawing/2014/main" id="{2D92842F-753B-2624-E4EE-C0FA84CC7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502275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未終了</a:t>
            </a:r>
            <a:r>
              <a:rPr lang="en-US" altLang="ja-JP" sz="1000"/>
              <a:t>]</a:t>
            </a:r>
          </a:p>
        </p:txBody>
      </p:sp>
      <p:sp>
        <p:nvSpPr>
          <p:cNvPr id="2088" name="AutoShape 71">
            <a:extLst>
              <a:ext uri="{FF2B5EF4-FFF2-40B4-BE49-F238E27FC236}">
                <a16:creationId xmlns:a16="http://schemas.microsoft.com/office/drawing/2014/main" id="{F45410E0-4664-62DA-F3C0-1E63F3127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330450"/>
            <a:ext cx="197643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先手後手情報をクライアントに送信</a:t>
            </a:r>
          </a:p>
        </p:txBody>
      </p:sp>
      <p:sp>
        <p:nvSpPr>
          <p:cNvPr id="2089" name="AutoShape 72">
            <a:extLst>
              <a:ext uri="{FF2B5EF4-FFF2-40B4-BE49-F238E27FC236}">
                <a16:creationId xmlns:a16="http://schemas.microsoft.com/office/drawing/2014/main" id="{4768C567-C80B-11A9-55D5-DCAE4E43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330450"/>
            <a:ext cx="1184275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先手後手情報の受信</a:t>
            </a:r>
          </a:p>
        </p:txBody>
      </p:sp>
      <p:cxnSp>
        <p:nvCxnSpPr>
          <p:cNvPr id="2090" name="AutoShape 73">
            <a:extLst>
              <a:ext uri="{FF2B5EF4-FFF2-40B4-BE49-F238E27FC236}">
                <a16:creationId xmlns:a16="http://schemas.microsoft.com/office/drawing/2014/main" id="{0171CDD5-7424-B12A-03DB-9DF0BD366712}"/>
              </a:ext>
            </a:extLst>
          </p:cNvPr>
          <p:cNvCxnSpPr>
            <a:cxnSpLocks noChangeShapeType="1"/>
            <a:stCxn id="2109" idx="2"/>
            <a:endCxn id="2088" idx="0"/>
          </p:cNvCxnSpPr>
          <p:nvPr/>
        </p:nvCxnSpPr>
        <p:spPr bwMode="auto">
          <a:xfrm>
            <a:off x="7096125" y="2155825"/>
            <a:ext cx="1588" cy="174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1" name="AutoShape 75">
            <a:extLst>
              <a:ext uri="{FF2B5EF4-FFF2-40B4-BE49-F238E27FC236}">
                <a16:creationId xmlns:a16="http://schemas.microsoft.com/office/drawing/2014/main" id="{79809074-3819-077D-08F5-F1C4C95F4B67}"/>
              </a:ext>
            </a:extLst>
          </p:cNvPr>
          <p:cNvCxnSpPr>
            <a:cxnSpLocks noChangeShapeType="1"/>
            <a:stCxn id="2088" idx="1"/>
            <a:endCxn id="2089" idx="3"/>
          </p:cNvCxnSpPr>
          <p:nvPr/>
        </p:nvCxnSpPr>
        <p:spPr bwMode="auto">
          <a:xfrm flipH="1">
            <a:off x="5075238" y="2438400"/>
            <a:ext cx="10334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2" name="AutoShape 76">
            <a:extLst>
              <a:ext uri="{FF2B5EF4-FFF2-40B4-BE49-F238E27FC236}">
                <a16:creationId xmlns:a16="http://schemas.microsoft.com/office/drawing/2014/main" id="{E1A9B943-285B-62BC-1B41-FB2D6A62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3482975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2093" name="AutoShape 77">
            <a:extLst>
              <a:ext uri="{FF2B5EF4-FFF2-40B4-BE49-F238E27FC236}">
                <a16:creationId xmlns:a16="http://schemas.microsoft.com/office/drawing/2014/main" id="{F5D0EB60-F0C7-D0F2-0974-978466963081}"/>
              </a:ext>
            </a:extLst>
          </p:cNvPr>
          <p:cNvCxnSpPr>
            <a:cxnSpLocks noChangeShapeType="1"/>
            <a:endCxn id="2092" idx="0"/>
          </p:cNvCxnSpPr>
          <p:nvPr/>
        </p:nvCxnSpPr>
        <p:spPr bwMode="auto">
          <a:xfrm flipH="1">
            <a:off x="4481513" y="3305175"/>
            <a:ext cx="1587" cy="17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4" name="Text Box 79">
            <a:extLst>
              <a:ext uri="{FF2B5EF4-FFF2-40B4-BE49-F238E27FC236}">
                <a16:creationId xmlns:a16="http://schemas.microsoft.com/office/drawing/2014/main" id="{0D955942-0B60-2EC2-014D-07769AB6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0" y="3357563"/>
            <a:ext cx="777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相手の番</a:t>
            </a:r>
            <a:r>
              <a:rPr lang="en-US" altLang="ja-JP" sz="1000"/>
              <a:t>]</a:t>
            </a:r>
          </a:p>
        </p:txBody>
      </p:sp>
      <p:sp>
        <p:nvSpPr>
          <p:cNvPr id="2095" name="Text Box 80">
            <a:extLst>
              <a:ext uri="{FF2B5EF4-FFF2-40B4-BE49-F238E27FC236}">
                <a16:creationId xmlns:a16="http://schemas.microsoft.com/office/drawing/2014/main" id="{9C35F6ED-6265-2C79-21EA-3F7658B3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365500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</a:t>
            </a:r>
            <a:r>
              <a:rPr lang="ja-JP" altLang="en-US" sz="1000"/>
              <a:t>自分の番</a:t>
            </a:r>
            <a:r>
              <a:rPr lang="en-US" altLang="ja-JP" sz="1000"/>
              <a:t>]</a:t>
            </a:r>
          </a:p>
        </p:txBody>
      </p:sp>
      <p:cxnSp>
        <p:nvCxnSpPr>
          <p:cNvPr id="2096" name="AutoShape 81">
            <a:extLst>
              <a:ext uri="{FF2B5EF4-FFF2-40B4-BE49-F238E27FC236}">
                <a16:creationId xmlns:a16="http://schemas.microsoft.com/office/drawing/2014/main" id="{39042D5C-C38A-32CF-DE02-CFE8714FC8BE}"/>
              </a:ext>
            </a:extLst>
          </p:cNvPr>
          <p:cNvCxnSpPr>
            <a:cxnSpLocks noChangeShapeType="1"/>
            <a:stCxn id="2092" idx="3"/>
            <a:endCxn id="2079" idx="0"/>
          </p:cNvCxnSpPr>
          <p:nvPr/>
        </p:nvCxnSpPr>
        <p:spPr bwMode="auto">
          <a:xfrm>
            <a:off x="4589463" y="3590925"/>
            <a:ext cx="639762" cy="2222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7" name="AutoShape 82">
            <a:extLst>
              <a:ext uri="{FF2B5EF4-FFF2-40B4-BE49-F238E27FC236}">
                <a16:creationId xmlns:a16="http://schemas.microsoft.com/office/drawing/2014/main" id="{8C4F0162-A8D7-3368-20B7-4784E5FB316F}"/>
              </a:ext>
            </a:extLst>
          </p:cNvPr>
          <p:cNvCxnSpPr>
            <a:cxnSpLocks noChangeShapeType="1"/>
            <a:stCxn id="2079" idx="2"/>
            <a:endCxn id="2081" idx="3"/>
          </p:cNvCxnSpPr>
          <p:nvPr/>
        </p:nvCxnSpPr>
        <p:spPr bwMode="auto">
          <a:xfrm rot="5400000">
            <a:off x="4668044" y="4444207"/>
            <a:ext cx="857250" cy="2651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8" name="AutoShape 83">
            <a:extLst>
              <a:ext uri="{FF2B5EF4-FFF2-40B4-BE49-F238E27FC236}">
                <a16:creationId xmlns:a16="http://schemas.microsoft.com/office/drawing/2014/main" id="{A7A6D7CB-902A-73BD-E931-79C01E0DAAFA}"/>
              </a:ext>
            </a:extLst>
          </p:cNvPr>
          <p:cNvCxnSpPr>
            <a:cxnSpLocks noChangeShapeType="1"/>
            <a:stCxn id="2083" idx="3"/>
            <a:endCxn id="2065" idx="3"/>
          </p:cNvCxnSpPr>
          <p:nvPr/>
        </p:nvCxnSpPr>
        <p:spPr bwMode="auto">
          <a:xfrm flipV="1">
            <a:off x="4579938" y="2797175"/>
            <a:ext cx="407987" cy="3016250"/>
          </a:xfrm>
          <a:prstGeom prst="bentConnector3">
            <a:avLst>
              <a:gd name="adj1" fmla="val 31167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" name="AutoShape 84">
            <a:extLst>
              <a:ext uri="{FF2B5EF4-FFF2-40B4-BE49-F238E27FC236}">
                <a16:creationId xmlns:a16="http://schemas.microsoft.com/office/drawing/2014/main" id="{1A1F9C64-03FE-A016-0906-ADC2EFD40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811588"/>
            <a:ext cx="1223963" cy="265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プレイヤの操作を受付</a:t>
            </a:r>
          </a:p>
        </p:txBody>
      </p:sp>
      <p:sp>
        <p:nvSpPr>
          <p:cNvPr id="2100" name="AutoShape 86">
            <a:extLst>
              <a:ext uri="{FF2B5EF4-FFF2-40B4-BE49-F238E27FC236}">
                <a16:creationId xmlns:a16="http://schemas.microsoft.com/office/drawing/2014/main" id="{8A405614-BB3A-539C-91A9-457F55776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494088"/>
            <a:ext cx="808037" cy="1905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操作する</a:t>
            </a:r>
          </a:p>
        </p:txBody>
      </p:sp>
      <p:cxnSp>
        <p:nvCxnSpPr>
          <p:cNvPr id="2101" name="AutoShape 87">
            <a:extLst>
              <a:ext uri="{FF2B5EF4-FFF2-40B4-BE49-F238E27FC236}">
                <a16:creationId xmlns:a16="http://schemas.microsoft.com/office/drawing/2014/main" id="{4E7E1E80-83FF-E7B3-9A42-1636638BA48B}"/>
              </a:ext>
            </a:extLst>
          </p:cNvPr>
          <p:cNvCxnSpPr>
            <a:cxnSpLocks noChangeShapeType="1"/>
            <a:stCxn id="2092" idx="1"/>
            <a:endCxn id="2100" idx="3"/>
          </p:cNvCxnSpPr>
          <p:nvPr/>
        </p:nvCxnSpPr>
        <p:spPr bwMode="auto">
          <a:xfrm rot="10800000">
            <a:off x="2800350" y="3589338"/>
            <a:ext cx="1573213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02" name="AutoShape 88">
            <a:extLst>
              <a:ext uri="{FF2B5EF4-FFF2-40B4-BE49-F238E27FC236}">
                <a16:creationId xmlns:a16="http://schemas.microsoft.com/office/drawing/2014/main" id="{40790D97-799C-DC82-1AA6-A3227024595C}"/>
              </a:ext>
            </a:extLst>
          </p:cNvPr>
          <p:cNvCxnSpPr>
            <a:cxnSpLocks noChangeShapeType="1"/>
            <a:stCxn id="2100" idx="2"/>
            <a:endCxn id="2099" idx="1"/>
          </p:cNvCxnSpPr>
          <p:nvPr/>
        </p:nvCxnSpPr>
        <p:spPr bwMode="auto">
          <a:xfrm rot="16200000" flipH="1">
            <a:off x="2778125" y="3303588"/>
            <a:ext cx="260350" cy="10223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04" name="AutoShape 101">
            <a:extLst>
              <a:ext uri="{FF2B5EF4-FFF2-40B4-BE49-F238E27FC236}">
                <a16:creationId xmlns:a16="http://schemas.microsoft.com/office/drawing/2014/main" id="{13CCABB1-45D9-29A2-7F32-628C293FF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410075"/>
            <a:ext cx="1800225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クライアントの操作情報を受信</a:t>
            </a:r>
          </a:p>
        </p:txBody>
      </p:sp>
      <p:sp>
        <p:nvSpPr>
          <p:cNvPr id="2105" name="AutoShape 103">
            <a:extLst>
              <a:ext uri="{FF2B5EF4-FFF2-40B4-BE49-F238E27FC236}">
                <a16:creationId xmlns:a16="http://schemas.microsoft.com/office/drawing/2014/main" id="{E3B36349-6742-FD63-209D-186B8CF58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4827588"/>
            <a:ext cx="1431925" cy="360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クライアントの操作情報</a:t>
            </a:r>
            <a:br>
              <a:rPr lang="ja-JP" altLang="en-US" sz="1000"/>
            </a:br>
            <a:r>
              <a:rPr lang="ja-JP" altLang="en-US" sz="1000"/>
              <a:t>を対戦相手に送信</a:t>
            </a:r>
          </a:p>
        </p:txBody>
      </p:sp>
      <p:cxnSp>
        <p:nvCxnSpPr>
          <p:cNvPr id="2106" name="AutoShape 104">
            <a:extLst>
              <a:ext uri="{FF2B5EF4-FFF2-40B4-BE49-F238E27FC236}">
                <a16:creationId xmlns:a16="http://schemas.microsoft.com/office/drawing/2014/main" id="{F90D74DD-0A8F-DBCE-B7F3-72F47E8F840B}"/>
              </a:ext>
            </a:extLst>
          </p:cNvPr>
          <p:cNvCxnSpPr>
            <a:cxnSpLocks noChangeShapeType="1"/>
            <a:stCxn id="2104" idx="2"/>
            <a:endCxn id="2105" idx="0"/>
          </p:cNvCxnSpPr>
          <p:nvPr/>
        </p:nvCxnSpPr>
        <p:spPr bwMode="auto">
          <a:xfrm>
            <a:off x="7127875" y="4625975"/>
            <a:ext cx="1588" cy="201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07" name="AutoShape 105">
            <a:extLst>
              <a:ext uri="{FF2B5EF4-FFF2-40B4-BE49-F238E27FC236}">
                <a16:creationId xmlns:a16="http://schemas.microsoft.com/office/drawing/2014/main" id="{AAD262D5-1C33-327D-B9E9-0E0239EC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579563"/>
            <a:ext cx="1728787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クライアント接続状態の確認</a:t>
            </a:r>
          </a:p>
        </p:txBody>
      </p:sp>
      <p:cxnSp>
        <p:nvCxnSpPr>
          <p:cNvPr id="2108" name="AutoShape 106">
            <a:extLst>
              <a:ext uri="{FF2B5EF4-FFF2-40B4-BE49-F238E27FC236}">
                <a16:creationId xmlns:a16="http://schemas.microsoft.com/office/drawing/2014/main" id="{19509535-40BB-FB7E-C47A-49BEB3B746E8}"/>
              </a:ext>
            </a:extLst>
          </p:cNvPr>
          <p:cNvCxnSpPr>
            <a:cxnSpLocks noChangeShapeType="1"/>
            <a:stCxn id="2107" idx="2"/>
            <a:endCxn id="2109" idx="0"/>
          </p:cNvCxnSpPr>
          <p:nvPr/>
        </p:nvCxnSpPr>
        <p:spPr bwMode="auto">
          <a:xfrm>
            <a:off x="7092950" y="1795463"/>
            <a:ext cx="3175" cy="144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09" name="AutoShape 107">
            <a:extLst>
              <a:ext uri="{FF2B5EF4-FFF2-40B4-BE49-F238E27FC236}">
                <a16:creationId xmlns:a16="http://schemas.microsoft.com/office/drawing/2014/main" id="{FB4B795E-8749-C247-3BDD-883580B1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1939925"/>
            <a:ext cx="215900" cy="2159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110" name="Text Box 108">
            <a:extLst>
              <a:ext uri="{FF2B5EF4-FFF2-40B4-BE49-F238E27FC236}">
                <a16:creationId xmlns:a16="http://schemas.microsoft.com/office/drawing/2014/main" id="{8155BA16-9E05-E2C1-E2D5-98303E17F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090738"/>
            <a:ext cx="7921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[2</a:t>
            </a:r>
            <a:r>
              <a:rPr lang="ja-JP" altLang="en-US" sz="1000"/>
              <a:t>台接続</a:t>
            </a:r>
            <a:r>
              <a:rPr lang="en-US" altLang="ja-JP" sz="1000"/>
              <a:t>]</a:t>
            </a:r>
          </a:p>
        </p:txBody>
      </p:sp>
      <p:cxnSp>
        <p:nvCxnSpPr>
          <p:cNvPr id="2111" name="AutoShape 109">
            <a:extLst>
              <a:ext uri="{FF2B5EF4-FFF2-40B4-BE49-F238E27FC236}">
                <a16:creationId xmlns:a16="http://schemas.microsoft.com/office/drawing/2014/main" id="{8A5B9892-DC9B-490B-078A-5B76DBA0855B}"/>
              </a:ext>
            </a:extLst>
          </p:cNvPr>
          <p:cNvCxnSpPr>
            <a:cxnSpLocks noChangeShapeType="1"/>
            <a:stCxn id="2109" idx="3"/>
            <a:endCxn id="2075" idx="3"/>
          </p:cNvCxnSpPr>
          <p:nvPr/>
        </p:nvCxnSpPr>
        <p:spPr bwMode="auto">
          <a:xfrm flipV="1">
            <a:off x="7204075" y="1327150"/>
            <a:ext cx="752475" cy="720725"/>
          </a:xfrm>
          <a:prstGeom prst="bentConnector3">
            <a:avLst>
              <a:gd name="adj1" fmla="val 13038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12" name="Text Box 110">
            <a:extLst>
              <a:ext uri="{FF2B5EF4-FFF2-40B4-BE49-F238E27FC236}">
                <a16:creationId xmlns:a16="http://schemas.microsoft.com/office/drawing/2014/main" id="{91FAA48A-C996-CF19-C8E4-697A7D41A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00" y="1827213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ja-JP" sz="1000"/>
              <a:t>[1</a:t>
            </a:r>
            <a:r>
              <a:rPr lang="ja-JP" altLang="en-US" sz="1000"/>
              <a:t>台以下</a:t>
            </a:r>
            <a:r>
              <a:rPr lang="en-US" altLang="ja-JP" sz="1000"/>
              <a:t>]</a:t>
            </a:r>
          </a:p>
        </p:txBody>
      </p:sp>
      <p:cxnSp>
        <p:nvCxnSpPr>
          <p:cNvPr id="2113" name="AutoShape 111">
            <a:extLst>
              <a:ext uri="{FF2B5EF4-FFF2-40B4-BE49-F238E27FC236}">
                <a16:creationId xmlns:a16="http://schemas.microsoft.com/office/drawing/2014/main" id="{B8AD6F81-599F-E3A6-CFE0-92D0F90FEFDD}"/>
              </a:ext>
            </a:extLst>
          </p:cNvPr>
          <p:cNvCxnSpPr>
            <a:cxnSpLocks noChangeShapeType="1"/>
            <a:stCxn id="2105" idx="3"/>
            <a:endCxn id="2074" idx="3"/>
          </p:cNvCxnSpPr>
          <p:nvPr/>
        </p:nvCxnSpPr>
        <p:spPr bwMode="auto">
          <a:xfrm flipV="1">
            <a:off x="7845425" y="3371850"/>
            <a:ext cx="23813" cy="1636713"/>
          </a:xfrm>
          <a:prstGeom prst="bentConnector3">
            <a:avLst>
              <a:gd name="adj1" fmla="val 106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14" name="AutoShape 113">
            <a:extLst>
              <a:ext uri="{FF2B5EF4-FFF2-40B4-BE49-F238E27FC236}">
                <a16:creationId xmlns:a16="http://schemas.microsoft.com/office/drawing/2014/main" id="{FD032156-4877-D9EC-978F-F662C6A9E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3089275"/>
            <a:ext cx="1184275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手番の確認</a:t>
            </a:r>
          </a:p>
        </p:txBody>
      </p:sp>
      <p:cxnSp>
        <p:nvCxnSpPr>
          <p:cNvPr id="2115" name="AutoShape 114">
            <a:extLst>
              <a:ext uri="{FF2B5EF4-FFF2-40B4-BE49-F238E27FC236}">
                <a16:creationId xmlns:a16="http://schemas.microsoft.com/office/drawing/2014/main" id="{2AEB1C8A-BAB6-6F4C-7E3B-BECBE593B819}"/>
              </a:ext>
            </a:extLst>
          </p:cNvPr>
          <p:cNvCxnSpPr>
            <a:cxnSpLocks noChangeShapeType="1"/>
            <a:stCxn id="2089" idx="2"/>
            <a:endCxn id="2065" idx="0"/>
          </p:cNvCxnSpPr>
          <p:nvPr/>
        </p:nvCxnSpPr>
        <p:spPr bwMode="auto">
          <a:xfrm>
            <a:off x="4483100" y="2546350"/>
            <a:ext cx="1588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円/楕円 78">
            <a:extLst>
              <a:ext uri="{FF2B5EF4-FFF2-40B4-BE49-F238E27FC236}">
                <a16:creationId xmlns:a16="http://schemas.microsoft.com/office/drawing/2014/main" id="{C77F7A98-561E-C3E9-DD94-73C371236A7C}"/>
              </a:ext>
            </a:extLst>
          </p:cNvPr>
          <p:cNvSpPr/>
          <p:nvPr/>
        </p:nvSpPr>
        <p:spPr>
          <a:xfrm>
            <a:off x="4357688" y="642938"/>
            <a:ext cx="142875" cy="1428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grpSp>
        <p:nvGrpSpPr>
          <p:cNvPr id="2117" name="グループ化 81">
            <a:extLst>
              <a:ext uri="{FF2B5EF4-FFF2-40B4-BE49-F238E27FC236}">
                <a16:creationId xmlns:a16="http://schemas.microsoft.com/office/drawing/2014/main" id="{2B865B3F-38A3-E73E-21D5-69D067D3A17B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5989638"/>
            <a:ext cx="142875" cy="142875"/>
            <a:chOff x="357158" y="1500174"/>
            <a:chExt cx="142876" cy="142876"/>
          </a:xfrm>
        </p:grpSpPr>
        <p:sp>
          <p:nvSpPr>
            <p:cNvPr id="80" name="円/楕円 79">
              <a:extLst>
                <a:ext uri="{FF2B5EF4-FFF2-40B4-BE49-F238E27FC236}">
                  <a16:creationId xmlns:a16="http://schemas.microsoft.com/office/drawing/2014/main" id="{A90C14CD-5F75-6C2D-EDDD-660EA72FCB40}"/>
                </a:ext>
              </a:extLst>
            </p:cNvPr>
            <p:cNvSpPr/>
            <p:nvPr/>
          </p:nvSpPr>
          <p:spPr>
            <a:xfrm>
              <a:off x="357158" y="150017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003E5381-3186-FFD7-11B0-2124CDD875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908" y="1531924"/>
              <a:ext cx="79376" cy="793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</p:grpSp>
      <p:grpSp>
        <p:nvGrpSpPr>
          <p:cNvPr id="2118" name="グループ化 93">
            <a:extLst>
              <a:ext uri="{FF2B5EF4-FFF2-40B4-BE49-F238E27FC236}">
                <a16:creationId xmlns:a16="http://schemas.microsoft.com/office/drawing/2014/main" id="{B0E47F9D-4ED8-137D-D550-4341659CD976}"/>
              </a:ext>
            </a:extLst>
          </p:cNvPr>
          <p:cNvGrpSpPr>
            <a:grpSpLocks/>
          </p:cNvGrpSpPr>
          <p:nvPr/>
        </p:nvGrpSpPr>
        <p:grpSpPr bwMode="auto">
          <a:xfrm>
            <a:off x="4351338" y="1558925"/>
            <a:ext cx="142875" cy="142875"/>
            <a:chOff x="214282" y="1857364"/>
            <a:chExt cx="142876" cy="142876"/>
          </a:xfrm>
        </p:grpSpPr>
        <p:sp>
          <p:nvSpPr>
            <p:cNvPr id="84" name="円/楕円 83">
              <a:extLst>
                <a:ext uri="{FF2B5EF4-FFF2-40B4-BE49-F238E27FC236}">
                  <a16:creationId xmlns:a16="http://schemas.microsoft.com/office/drawing/2014/main" id="{91B06B58-1151-15AE-04F0-28ED99735A1F}"/>
                </a:ext>
              </a:extLst>
            </p:cNvPr>
            <p:cNvSpPr/>
            <p:nvPr/>
          </p:nvSpPr>
          <p:spPr>
            <a:xfrm>
              <a:off x="214282" y="1857364"/>
              <a:ext cx="142876" cy="14287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1FCDA962-6CB0-8459-D908-B98588DD1254}"/>
                </a:ext>
              </a:extLst>
            </p:cNvPr>
            <p:cNvCxnSpPr>
              <a:stCxn id="84" idx="7"/>
              <a:endCxn id="84" idx="3"/>
            </p:cNvCxnSpPr>
            <p:nvPr/>
          </p:nvCxnSpPr>
          <p:spPr>
            <a:xfrm rot="16200000" flipH="1" flipV="1">
              <a:off x="234919" y="1878002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ECE0537C-9435-68FA-4BED-BCB84B3FACDE}"/>
                </a:ext>
              </a:extLst>
            </p:cNvPr>
            <p:cNvCxnSpPr>
              <a:stCxn id="84" idx="5"/>
              <a:endCxn id="84" idx="1"/>
            </p:cNvCxnSpPr>
            <p:nvPr/>
          </p:nvCxnSpPr>
          <p:spPr>
            <a:xfrm rot="5400000" flipH="1">
              <a:off x="234919" y="1878002"/>
              <a:ext cx="101601" cy="101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19" name="AutoShape 35">
            <a:extLst>
              <a:ext uri="{FF2B5EF4-FFF2-40B4-BE49-F238E27FC236}">
                <a16:creationId xmlns:a16="http://schemas.microsoft.com/office/drawing/2014/main" id="{653D4BC3-FC23-D888-60D9-DB9AED65E9FF}"/>
              </a:ext>
            </a:extLst>
          </p:cNvPr>
          <p:cNvCxnSpPr>
            <a:cxnSpLocks noChangeShapeType="1"/>
            <a:stCxn id="79" idx="4"/>
            <a:endCxn id="2066" idx="0"/>
          </p:cNvCxnSpPr>
          <p:nvPr/>
        </p:nvCxnSpPr>
        <p:spPr bwMode="auto">
          <a:xfrm>
            <a:off x="4429125" y="798513"/>
            <a:ext cx="0" cy="85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0" name="AutoShape 64">
            <a:extLst>
              <a:ext uri="{FF2B5EF4-FFF2-40B4-BE49-F238E27FC236}">
                <a16:creationId xmlns:a16="http://schemas.microsoft.com/office/drawing/2014/main" id="{C4B9225B-4940-9C5B-2185-92411037C802}"/>
              </a:ext>
            </a:extLst>
          </p:cNvPr>
          <p:cNvCxnSpPr>
            <a:cxnSpLocks noChangeShapeType="1"/>
            <a:stCxn id="2081" idx="2"/>
            <a:endCxn id="2082" idx="0"/>
          </p:cNvCxnSpPr>
          <p:nvPr/>
        </p:nvCxnSpPr>
        <p:spPr bwMode="auto">
          <a:xfrm flipH="1">
            <a:off x="4471988" y="5113338"/>
            <a:ext cx="3175" cy="211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28" name="AutoShape 84">
            <a:extLst>
              <a:ext uri="{FF2B5EF4-FFF2-40B4-BE49-F238E27FC236}">
                <a16:creationId xmlns:a16="http://schemas.microsoft.com/office/drawing/2014/main" id="{1303EA33-C54D-9345-A6B3-7FB94F13A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87850"/>
            <a:ext cx="936625" cy="2651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1000"/>
              <a:t>操作情報を送信</a:t>
            </a:r>
          </a:p>
        </p:txBody>
      </p:sp>
      <p:cxnSp>
        <p:nvCxnSpPr>
          <p:cNvPr id="2130" name="AutoShape 82">
            <a:extLst>
              <a:ext uri="{FF2B5EF4-FFF2-40B4-BE49-F238E27FC236}">
                <a16:creationId xmlns:a16="http://schemas.microsoft.com/office/drawing/2014/main" id="{296F8E2E-7F4E-3C6A-18CA-299E60993403}"/>
              </a:ext>
            </a:extLst>
          </p:cNvPr>
          <p:cNvCxnSpPr>
            <a:cxnSpLocks noChangeShapeType="1"/>
            <a:stCxn id="2128" idx="3"/>
            <a:endCxn id="2104" idx="1"/>
          </p:cNvCxnSpPr>
          <p:nvPr/>
        </p:nvCxnSpPr>
        <p:spPr bwMode="auto">
          <a:xfrm flipV="1">
            <a:off x="5076825" y="4518025"/>
            <a:ext cx="1150938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32" name="Line 84">
            <a:extLst>
              <a:ext uri="{FF2B5EF4-FFF2-40B4-BE49-F238E27FC236}">
                <a16:creationId xmlns:a16="http://schemas.microsoft.com/office/drawing/2014/main" id="{18FEC75D-87D0-21E9-AB27-07D2813D1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422116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133" name="Line 85">
            <a:extLst>
              <a:ext uri="{FF2B5EF4-FFF2-40B4-BE49-F238E27FC236}">
                <a16:creationId xmlns:a16="http://schemas.microsoft.com/office/drawing/2014/main" id="{E3A53DEB-D9F6-EB2B-BC65-8DB0A2B6A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40767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134" name="Line 86">
            <a:extLst>
              <a:ext uri="{FF2B5EF4-FFF2-40B4-BE49-F238E27FC236}">
                <a16:creationId xmlns:a16="http://schemas.microsoft.com/office/drawing/2014/main" id="{BA126212-ECD1-D41E-5AE4-09648593B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7850" y="42291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138" name="Line 90">
            <a:extLst>
              <a:ext uri="{FF2B5EF4-FFF2-40B4-BE49-F238E27FC236}">
                <a16:creationId xmlns:a16="http://schemas.microsoft.com/office/drawing/2014/main" id="{B808A0FB-2A12-EC30-80E0-FAA58733B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422116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140" name="Line 92">
            <a:extLst>
              <a:ext uri="{FF2B5EF4-FFF2-40B4-BE49-F238E27FC236}">
                <a16:creationId xmlns:a16="http://schemas.microsoft.com/office/drawing/2014/main" id="{59EB8F1D-9560-F2DB-FB6D-58A7E80F1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5013325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5929</TotalTime>
  <Words>466</Words>
  <Application>Microsoft Macintosh PowerPoint</Application>
  <PresentationFormat>画面に合わせる (4:3)</PresentationFormat>
  <Paragraphs>137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Times New Roman</vt:lpstr>
      <vt:lpstr>標準デザイン</vt:lpstr>
      <vt:lpstr>PowerPoint プレゼンテーション</vt:lpstr>
      <vt:lpstr>PowerPoint プレゼンテーション</vt:lpstr>
      <vt:lpstr>アクティビティ図　テンプレート</vt:lpstr>
      <vt:lpstr>境界インターフェース記述書　テンプレート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makita-daisuke-fc@ynu.ac.jp</cp:lastModifiedBy>
  <cp:revision>451</cp:revision>
  <dcterms:created xsi:type="dcterms:W3CDTF">1601-01-01T00:00:00Z</dcterms:created>
  <dcterms:modified xsi:type="dcterms:W3CDTF">2025-03-31T16:07:35Z</dcterms:modified>
</cp:coreProperties>
</file>